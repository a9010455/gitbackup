
<file path=[Content_Types].xml><?xml version="1.0" encoding="utf-8"?>
<Types xmlns="http://schemas.openxmlformats.org/package/2006/content-types">
  <Default Extension="png" ContentType="image/png"/>
  <Default Extension="jpeg" ContentType="image/jpeg"/>
  <Default Extension="emf" ContentType="image/x-emf"/>
  <Default Extension="rels" ContentType="application/vnd.openxmlformats-package.relationships+xml"/>
  <Default Extension="xml" ContentType="application/xml"/>
  <Default Extension="tiff" ContentType="image/tiff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theme/theme2.xml" ContentType="application/vnd.openxmlformats-officedocument.theme+xml"/>
  <Override PartName="/ppt/slideLayouts/slideLayout21.xml" ContentType="application/vnd.openxmlformats-officedocument.presentationml.slideLayout+xml"/>
  <Override PartName="/ppt/theme/theme3.xml" ContentType="application/vnd.openxmlformats-officedocument.theme+xml"/>
  <Override PartName="/ppt/theme/theme4.xml" ContentType="application/vnd.openxmlformats-officedocument.theme+xml"/>
  <Override PartName="/ppt/theme/theme5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4428" r:id="rId1"/>
    <p:sldMasterId id="2147484587" r:id="rId2"/>
    <p:sldMasterId id="2147485165" r:id="rId3"/>
  </p:sldMasterIdLst>
  <p:notesMasterIdLst>
    <p:notesMasterId r:id="rId16"/>
  </p:notesMasterIdLst>
  <p:handoutMasterIdLst>
    <p:handoutMasterId r:id="rId17"/>
  </p:handoutMasterIdLst>
  <p:sldIdLst>
    <p:sldId id="1487" r:id="rId4"/>
    <p:sldId id="1793" r:id="rId5"/>
    <p:sldId id="1794" r:id="rId6"/>
    <p:sldId id="1798" r:id="rId7"/>
    <p:sldId id="1797" r:id="rId8"/>
    <p:sldId id="1803" r:id="rId9"/>
    <p:sldId id="1795" r:id="rId10"/>
    <p:sldId id="1802" r:id="rId11"/>
    <p:sldId id="1804" r:id="rId12"/>
    <p:sldId id="1796" r:id="rId13"/>
    <p:sldId id="1806" r:id="rId14"/>
    <p:sldId id="1760" r:id="rId15"/>
  </p:sldIdLst>
  <p:sldSz cx="9144000" cy="5143500" type="screen16x9"/>
  <p:notesSz cx="7099300" cy="10234613"/>
  <p:defaultTextStyle>
    <a:defPPr>
      <a:defRPr lang="zh-TW"/>
    </a:defPPr>
    <a:lvl1pPr algn="l" rtl="0" fontAlgn="base">
      <a:spcBef>
        <a:spcPct val="0"/>
      </a:spcBef>
      <a:spcAft>
        <a:spcPct val="0"/>
      </a:spcAft>
      <a:defRPr kumimoji="1" sz="1400" kern="1200">
        <a:solidFill>
          <a:schemeClr val="tx1"/>
        </a:solidFill>
        <a:latin typeface="Gill Sans MT" pitchFamily="34" charset="0"/>
        <a:ea typeface="新細明體" pitchFamily="18" charset="-120"/>
        <a:cs typeface="+mn-cs"/>
      </a:defRPr>
    </a:lvl1pPr>
    <a:lvl2pPr marL="457200" algn="l" rtl="0" fontAlgn="base">
      <a:spcBef>
        <a:spcPct val="0"/>
      </a:spcBef>
      <a:spcAft>
        <a:spcPct val="0"/>
      </a:spcAft>
      <a:defRPr kumimoji="1" sz="1400" kern="1200">
        <a:solidFill>
          <a:schemeClr val="tx1"/>
        </a:solidFill>
        <a:latin typeface="Gill Sans MT" pitchFamily="34" charset="0"/>
        <a:ea typeface="新細明體" pitchFamily="18" charset="-120"/>
        <a:cs typeface="+mn-cs"/>
      </a:defRPr>
    </a:lvl2pPr>
    <a:lvl3pPr marL="914400" algn="l" rtl="0" fontAlgn="base">
      <a:spcBef>
        <a:spcPct val="0"/>
      </a:spcBef>
      <a:spcAft>
        <a:spcPct val="0"/>
      </a:spcAft>
      <a:defRPr kumimoji="1" sz="1400" kern="1200">
        <a:solidFill>
          <a:schemeClr val="tx1"/>
        </a:solidFill>
        <a:latin typeface="Gill Sans MT" pitchFamily="34" charset="0"/>
        <a:ea typeface="新細明體" pitchFamily="18" charset="-120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umimoji="1" sz="1400" kern="1200">
        <a:solidFill>
          <a:schemeClr val="tx1"/>
        </a:solidFill>
        <a:latin typeface="Gill Sans MT" pitchFamily="34" charset="0"/>
        <a:ea typeface="新細明體" pitchFamily="18" charset="-120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umimoji="1" sz="1400" kern="1200">
        <a:solidFill>
          <a:schemeClr val="tx1"/>
        </a:solidFill>
        <a:latin typeface="Gill Sans MT" pitchFamily="34" charset="0"/>
        <a:ea typeface="新細明體" pitchFamily="18" charset="-120"/>
        <a:cs typeface="+mn-cs"/>
      </a:defRPr>
    </a:lvl5pPr>
    <a:lvl6pPr marL="2286000" algn="l" defTabSz="914400" rtl="0" eaLnBrk="1" latinLnBrk="0" hangingPunct="1">
      <a:defRPr kumimoji="1" sz="1400" kern="1200">
        <a:solidFill>
          <a:schemeClr val="tx1"/>
        </a:solidFill>
        <a:latin typeface="Gill Sans MT" pitchFamily="34" charset="0"/>
        <a:ea typeface="新細明體" pitchFamily="18" charset="-120"/>
        <a:cs typeface="+mn-cs"/>
      </a:defRPr>
    </a:lvl6pPr>
    <a:lvl7pPr marL="2743200" algn="l" defTabSz="914400" rtl="0" eaLnBrk="1" latinLnBrk="0" hangingPunct="1">
      <a:defRPr kumimoji="1" sz="1400" kern="1200">
        <a:solidFill>
          <a:schemeClr val="tx1"/>
        </a:solidFill>
        <a:latin typeface="Gill Sans MT" pitchFamily="34" charset="0"/>
        <a:ea typeface="新細明體" pitchFamily="18" charset="-120"/>
        <a:cs typeface="+mn-cs"/>
      </a:defRPr>
    </a:lvl7pPr>
    <a:lvl8pPr marL="3200400" algn="l" defTabSz="914400" rtl="0" eaLnBrk="1" latinLnBrk="0" hangingPunct="1">
      <a:defRPr kumimoji="1" sz="1400" kern="1200">
        <a:solidFill>
          <a:schemeClr val="tx1"/>
        </a:solidFill>
        <a:latin typeface="Gill Sans MT" pitchFamily="34" charset="0"/>
        <a:ea typeface="新細明體" pitchFamily="18" charset="-120"/>
        <a:cs typeface="+mn-cs"/>
      </a:defRPr>
    </a:lvl8pPr>
    <a:lvl9pPr marL="3657600" algn="l" defTabSz="914400" rtl="0" eaLnBrk="1" latinLnBrk="0" hangingPunct="1">
      <a:defRPr kumimoji="1" sz="1400" kern="1200">
        <a:solidFill>
          <a:schemeClr val="tx1"/>
        </a:solidFill>
        <a:latin typeface="Gill Sans MT" pitchFamily="34" charset="0"/>
        <a:ea typeface="新細明體" pitchFamily="18" charset="-120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429">
          <p15:clr>
            <a:srgbClr val="A4A3A4"/>
          </p15:clr>
        </p15:guide>
        <p15:guide id="2" pos="414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3224">
          <p15:clr>
            <a:srgbClr val="A4A3A4"/>
          </p15:clr>
        </p15:guide>
        <p15:guide id="2" pos="2236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srgbClr val="FF0000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3267A8"/>
    <a:srgbClr val="FFFF99"/>
    <a:srgbClr val="0000FF"/>
    <a:srgbClr val="FFFFFF"/>
    <a:srgbClr val="45A8C7"/>
    <a:srgbClr val="FFFFCC"/>
    <a:srgbClr val="F2DCDB"/>
    <a:srgbClr val="B7DEE8"/>
    <a:srgbClr val="E6E0EC"/>
    <a:srgbClr val="E6E0D8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等深淺樣式 2 - 輔色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93296810-A885-4BE3-A3E7-6D5BEEA58F35}" styleName="中等深淺樣式 2 - 輔色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7DF18680-E054-41AD-8BC1-D1AEF772440D}" styleName="中等深淺樣式 2 - 輔色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00A15C55-8517-42AA-B614-E9B94910E393}" styleName="中等深淺樣式 2 - 輔色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21E4AEA4-8DFA-4A89-87EB-49C32662AFE0}" styleName="中等深淺樣式 2 - 輔色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F5AB1C69-6EDB-4FF4-983F-18BD219EF322}" styleName="中等深淺樣式 2 - 輔色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8FD4443E-F989-4FC4-A0C8-D5A2AF1F390B}" styleName="深色樣式 1 - 輔色 5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5"/>
          </a:solidFill>
        </a:fill>
      </a:tcStyle>
    </a:wholeTbl>
    <a:band1H>
      <a:tcStyle>
        <a:tcBdr/>
        <a:fill>
          <a:solidFill>
            <a:schemeClr val="accent5">
              <a:shade val="60000"/>
            </a:schemeClr>
          </a:solidFill>
        </a:fill>
      </a:tcStyle>
    </a:band1H>
    <a:band1V>
      <a:tcStyle>
        <a:tcBdr/>
        <a:fill>
          <a:solidFill>
            <a:schemeClr val="accent5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5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5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5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327F97BB-C833-4FB7-BDE5-3F7075034690}" styleName="佈景主題樣式 2 - 輔色 5">
    <a:tblBg>
      <a:fillRef idx="3">
        <a:schemeClr val="accent5"/>
      </a:fillRef>
      <a:effectRef idx="3">
        <a:schemeClr val="accent5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5">
                <a:tint val="50000"/>
              </a:schemeClr>
            </a:lnRef>
          </a:left>
          <a:right>
            <a:lnRef idx="1">
              <a:schemeClr val="accent5">
                <a:tint val="50000"/>
              </a:schemeClr>
            </a:lnRef>
          </a:right>
          <a:top>
            <a:lnRef idx="1">
              <a:schemeClr val="accent5">
                <a:tint val="50000"/>
              </a:schemeClr>
            </a:lnRef>
          </a:top>
          <a:bottom>
            <a:lnRef idx="1">
              <a:schemeClr val="accent5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912C8C85-51F0-491E-9774-3900AFEF0FD7}" styleName="淺色樣式 2 - 輔色 6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</a:tcStyle>
    </a:band1H>
    <a:band1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1V>
    <a:band2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6"/>
        </a:fillRef>
      </a:tcStyle>
    </a:firstRow>
  </a:tblStyle>
  <a:tblStyle styleId="{638B1855-1B75-4FBE-930C-398BA8C253C6}" styleName="佈景主題樣式 2 - 輔色 6">
    <a:tblBg>
      <a:fillRef idx="3">
        <a:schemeClr val="accent6"/>
      </a:fillRef>
      <a:effectRef idx="3">
        <a:schemeClr val="accent6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6">
                <a:tint val="50000"/>
              </a:schemeClr>
            </a:lnRef>
          </a:left>
          <a:right>
            <a:lnRef idx="1">
              <a:schemeClr val="accent6">
                <a:tint val="50000"/>
              </a:schemeClr>
            </a:lnRef>
          </a:right>
          <a:top>
            <a:lnRef idx="1">
              <a:schemeClr val="accent6">
                <a:tint val="50000"/>
              </a:schemeClr>
            </a:lnRef>
          </a:top>
          <a:bottom>
            <a:lnRef idx="1">
              <a:schemeClr val="accent6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37CE84F3-28C3-443E-9E96-99CF82512B78}" styleName="深色樣式 1 - 輔色 2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2"/>
          </a:solidFill>
        </a:fill>
      </a:tcStyle>
    </a:wholeTbl>
    <a:band1H>
      <a:tcStyle>
        <a:tcBdr/>
        <a:fill>
          <a:solidFill>
            <a:schemeClr val="accent2">
              <a:shade val="60000"/>
            </a:schemeClr>
          </a:solidFill>
        </a:fill>
      </a:tcStyle>
    </a:band1H>
    <a:band1V>
      <a:tcStyle>
        <a:tcBdr/>
        <a:fill>
          <a:solidFill>
            <a:schemeClr val="accent2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2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2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2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69CF1AB2-1976-4502-BF36-3FF5EA218861}" styleName="中等深淺樣式 4 - 輔色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1"/>
              </a:solidFill>
            </a:ln>
          </a:top>
        </a:tcBdr>
        <a:fill>
          <a:solidFill>
            <a:schemeClr val="accent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1">
              <a:tint val="20000"/>
            </a:schemeClr>
          </a:solidFill>
        </a:fill>
      </a:tcStyle>
    </a:firstRow>
  </a:tblStyle>
  <a:tblStyle styleId="{46F890A9-2807-4EBB-B81D-B2AA78EC7F39}" styleName="深色樣式 2 - 輔色 5/輔色 6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accent5">
              <a:tint val="20000"/>
            </a:schemeClr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firstRow>
  </a:tblStyle>
  <a:tblStyle styleId="{D113A9D2-9D6B-4929-AA2D-F23B5EE8CBE7}" styleName="佈景主題樣式 2 - 輔色 1">
    <a:tblBg>
      <a:fillRef idx="3">
        <a:schemeClr val="accent1"/>
      </a:fillRef>
      <a:effectRef idx="3">
        <a:schemeClr val="accent1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1">
                <a:tint val="50000"/>
              </a:schemeClr>
            </a:lnRef>
          </a:left>
          <a:right>
            <a:lnRef idx="1">
              <a:schemeClr val="accent1">
                <a:tint val="50000"/>
              </a:schemeClr>
            </a:lnRef>
          </a:right>
          <a:top>
            <a:lnRef idx="1">
              <a:schemeClr val="accent1">
                <a:tint val="50000"/>
              </a:schemeClr>
            </a:lnRef>
          </a:top>
          <a:bottom>
            <a:lnRef idx="1">
              <a:schemeClr val="accent1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08FB837D-C827-4EFA-A057-4D05807E0F7C}" styleName="佈景主題樣式 1 - 輔色 6">
    <a:tblBg>
      <a:fillRef idx="2">
        <a:schemeClr val="accent6"/>
      </a:fillRef>
      <a:effectRef idx="1">
        <a:schemeClr val="accent6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Ref idx="1">
              <a:schemeClr val="accent6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  <a:fill>
          <a:solidFill>
            <a:schemeClr val="accent6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6"/>
            </a:lnRef>
          </a:left>
          <a:right>
            <a:lnRef idx="2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2">
              <a:schemeClr val="accent6"/>
            </a:lnRef>
          </a:top>
          <a:bottom>
            <a:lnRef idx="2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6"/>
          </a:solidFill>
        </a:fill>
      </a:tcStyle>
    </a:firstRow>
  </a:tblStyle>
  <a:tblStyle styleId="{EB9631B5-78F2-41C9-869B-9F39066F8104}" styleName="中等深淺樣式 3 - 輔色 4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616DA210-FB5B-4158-B5E0-FEB733F419BA}" styleName="淺色樣式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18603FDC-E32A-4AB5-989C-0864C3EAD2B8}" styleName="佈景主題樣式 2 - 輔色 2">
    <a:tblBg>
      <a:fillRef idx="3">
        <a:schemeClr val="accent2"/>
      </a:fillRef>
      <a:effectRef idx="3">
        <a:schemeClr val="accent2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2">
                <a:tint val="50000"/>
              </a:schemeClr>
            </a:lnRef>
          </a:left>
          <a:right>
            <a:lnRef idx="1">
              <a:schemeClr val="accent2">
                <a:tint val="50000"/>
              </a:schemeClr>
            </a:lnRef>
          </a:right>
          <a:top>
            <a:lnRef idx="1">
              <a:schemeClr val="accent2">
                <a:tint val="50000"/>
              </a:schemeClr>
            </a:lnRef>
          </a:top>
          <a:bottom>
            <a:lnRef idx="1">
              <a:schemeClr val="accent2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284E427A-3D55-4303-BF80-6455036E1DE7}" styleName="佈景主題樣式 1 - 輔色 2">
    <a:tblBg>
      <a:fillRef idx="2">
        <a:schemeClr val="accent2"/>
      </a:fillRef>
      <a:effectRef idx="1">
        <a:schemeClr val="accent2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Ref idx="1">
              <a:schemeClr val="accent2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  <a:fill>
          <a:solidFill>
            <a:schemeClr val="accent2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2"/>
            </a:lnRef>
          </a:left>
          <a:right>
            <a:lnRef idx="2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2">
              <a:schemeClr val="accent2"/>
            </a:lnRef>
          </a:top>
          <a:bottom>
            <a:lnRef idx="2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2"/>
          </a:solidFill>
        </a:fill>
      </a:tcStyle>
    </a:firstRow>
  </a:tblStyle>
  <a:tblStyle styleId="{3C2FFA5D-87B4-456A-9821-1D502468CF0F}" styleName="佈景主題樣式 1 - 輔色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C083E6E3-FA7D-4D7B-A595-EF9225AFEA82}" styleName="淺色樣式 1 - 輔色 3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  <a:tblStyle styleId="{BC89EF96-8CEA-46FF-86C4-4CE0E7609802}" styleName="淺色樣式 3 - 輔色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6040" autoAdjust="0"/>
    <p:restoredTop sz="99418" autoAdjust="0"/>
  </p:normalViewPr>
  <p:slideViewPr>
    <p:cSldViewPr>
      <p:cViewPr varScale="1">
        <p:scale>
          <a:sx n="152" d="100"/>
          <a:sy n="152" d="100"/>
        </p:scale>
        <p:origin x="420" y="162"/>
      </p:cViewPr>
      <p:guideLst>
        <p:guide orient="horz" pos="429"/>
        <p:guide pos="414"/>
      </p:guideLst>
    </p:cSldViewPr>
  </p:slideViewPr>
  <p:notesTextViewPr>
    <p:cViewPr>
      <p:scale>
        <a:sx n="3" d="2"/>
        <a:sy n="3" d="2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>
      <p:cViewPr varScale="1">
        <p:scale>
          <a:sx n="70" d="100"/>
          <a:sy n="70" d="100"/>
        </p:scale>
        <p:origin x="-3396" y="-96"/>
      </p:cViewPr>
      <p:guideLst>
        <p:guide orient="horz" pos="3224"/>
        <p:guide pos="2236"/>
      </p:guideLst>
    </p:cSldViewPr>
  </p:notesViewPr>
  <p:gridSpacing cx="45005" cy="45005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5.xml"/><Relationship Id="rId13" Type="http://schemas.openxmlformats.org/officeDocument/2006/relationships/slide" Target="slides/slide10.xml"/><Relationship Id="rId18" Type="http://schemas.openxmlformats.org/officeDocument/2006/relationships/presProps" Target="presProps.xml"/><Relationship Id="rId3" Type="http://schemas.openxmlformats.org/officeDocument/2006/relationships/slideMaster" Target="slideMasters/slideMaster3.xml"/><Relationship Id="rId21" Type="http://schemas.openxmlformats.org/officeDocument/2006/relationships/tableStyles" Target="tableStyles.xml"/><Relationship Id="rId7" Type="http://schemas.openxmlformats.org/officeDocument/2006/relationships/slide" Target="slides/slide4.xml"/><Relationship Id="rId12" Type="http://schemas.openxmlformats.org/officeDocument/2006/relationships/slide" Target="slides/slide9.xml"/><Relationship Id="rId17" Type="http://schemas.openxmlformats.org/officeDocument/2006/relationships/handoutMaster" Target="handoutMasters/handoutMaster1.xml"/><Relationship Id="rId2" Type="http://schemas.openxmlformats.org/officeDocument/2006/relationships/slideMaster" Target="slideMasters/slideMaster2.xml"/><Relationship Id="rId16" Type="http://schemas.openxmlformats.org/officeDocument/2006/relationships/notesMaster" Target="notesMasters/notesMaster1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3.xml"/><Relationship Id="rId11" Type="http://schemas.openxmlformats.org/officeDocument/2006/relationships/slide" Target="slides/slide8.xml"/><Relationship Id="rId5" Type="http://schemas.openxmlformats.org/officeDocument/2006/relationships/slide" Target="slides/slide2.xml"/><Relationship Id="rId15" Type="http://schemas.openxmlformats.org/officeDocument/2006/relationships/slide" Target="slides/slide12.xml"/><Relationship Id="rId10" Type="http://schemas.openxmlformats.org/officeDocument/2006/relationships/slide" Target="slides/slide7.xml"/><Relationship Id="rId19" Type="http://schemas.openxmlformats.org/officeDocument/2006/relationships/viewProps" Target="viewProps.xml"/><Relationship Id="rId4" Type="http://schemas.openxmlformats.org/officeDocument/2006/relationships/slide" Target="slides/slide1.xml"/><Relationship Id="rId9" Type="http://schemas.openxmlformats.org/officeDocument/2006/relationships/slide" Target="slides/slide6.xml"/><Relationship Id="rId14" Type="http://schemas.openxmlformats.org/officeDocument/2006/relationships/slide" Target="slides/slide1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5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頁首版面配置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76575" cy="511175"/>
          </a:xfrm>
          <a:prstGeom prst="rect">
            <a:avLst/>
          </a:prstGeom>
        </p:spPr>
        <p:txBody>
          <a:bodyPr vert="horz" lIns="94768" tIns="47384" rIns="94768" bIns="47384" rtlCol="0"/>
          <a:lstStyle>
            <a:lvl1pPr algn="l" eaLnBrk="1" fontAlgn="auto" hangingPunct="1">
              <a:spcBef>
                <a:spcPts val="0"/>
              </a:spcBef>
              <a:spcAft>
                <a:spcPts val="0"/>
              </a:spcAft>
              <a:defRPr kumimoji="0" sz="1200">
                <a:latin typeface="+mn-lt"/>
                <a:ea typeface="+mn-ea"/>
              </a:defRPr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3" name="日期版面配置區 2"/>
          <p:cNvSpPr>
            <a:spLocks noGrp="1"/>
          </p:cNvSpPr>
          <p:nvPr>
            <p:ph type="dt" sz="quarter" idx="1"/>
          </p:nvPr>
        </p:nvSpPr>
        <p:spPr>
          <a:xfrm>
            <a:off x="4021138" y="0"/>
            <a:ext cx="3076575" cy="511175"/>
          </a:xfrm>
          <a:prstGeom prst="rect">
            <a:avLst/>
          </a:prstGeom>
        </p:spPr>
        <p:txBody>
          <a:bodyPr vert="horz" lIns="94768" tIns="47384" rIns="94768" bIns="47384" rtlCol="0"/>
          <a:lstStyle>
            <a:lvl1pPr algn="r" eaLnBrk="1" fontAlgn="auto" hangingPunct="1">
              <a:spcBef>
                <a:spcPts val="0"/>
              </a:spcBef>
              <a:spcAft>
                <a:spcPts val="0"/>
              </a:spcAft>
              <a:defRPr kumimoji="0" sz="1200">
                <a:latin typeface="+mn-lt"/>
                <a:ea typeface="+mn-ea"/>
              </a:defRPr>
            </a:lvl1pPr>
          </a:lstStyle>
          <a:p>
            <a:pPr>
              <a:defRPr/>
            </a:pPr>
            <a:fld id="{5C53E91E-7E43-409F-A226-ED998029DDAE}" type="datetimeFigureOut">
              <a:rPr lang="zh-TW" altLang="en-US"/>
              <a:pPr>
                <a:defRPr/>
              </a:pPr>
              <a:t>2022/7/5</a:t>
            </a:fld>
            <a:endParaRPr lang="zh-TW" altLang="en-US"/>
          </a:p>
        </p:txBody>
      </p:sp>
      <p:sp>
        <p:nvSpPr>
          <p:cNvPr id="4" name="頁尾版面配置區 3"/>
          <p:cNvSpPr>
            <a:spLocks noGrp="1"/>
          </p:cNvSpPr>
          <p:nvPr>
            <p:ph type="ftr" sz="quarter" idx="2"/>
          </p:nvPr>
        </p:nvSpPr>
        <p:spPr>
          <a:xfrm>
            <a:off x="0" y="9721850"/>
            <a:ext cx="3076575" cy="511175"/>
          </a:xfrm>
          <a:prstGeom prst="rect">
            <a:avLst/>
          </a:prstGeom>
        </p:spPr>
        <p:txBody>
          <a:bodyPr vert="horz" lIns="94768" tIns="47384" rIns="94768" bIns="47384" rtlCol="0" anchor="b"/>
          <a:lstStyle>
            <a:lvl1pPr algn="l" eaLnBrk="1" fontAlgn="auto" hangingPunct="1">
              <a:spcBef>
                <a:spcPts val="0"/>
              </a:spcBef>
              <a:spcAft>
                <a:spcPts val="0"/>
              </a:spcAft>
              <a:defRPr kumimoji="0" sz="1200">
                <a:latin typeface="+mn-lt"/>
                <a:ea typeface="+mn-ea"/>
              </a:defRPr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5" name="投影片編號版面配置區 4"/>
          <p:cNvSpPr>
            <a:spLocks noGrp="1"/>
          </p:cNvSpPr>
          <p:nvPr>
            <p:ph type="sldNum" sz="quarter" idx="3"/>
          </p:nvPr>
        </p:nvSpPr>
        <p:spPr>
          <a:xfrm>
            <a:off x="4021138" y="9721850"/>
            <a:ext cx="3076575" cy="511175"/>
          </a:xfrm>
          <a:prstGeom prst="rect">
            <a:avLst/>
          </a:prstGeom>
        </p:spPr>
        <p:txBody>
          <a:bodyPr vert="horz" wrap="square" lIns="94768" tIns="47384" rIns="94768" bIns="47384" numCol="1" anchor="b" anchorCtr="0" compatLnSpc="1">
            <a:prstTxWarp prst="textNoShape">
              <a:avLst/>
            </a:prstTxWarp>
          </a:bodyPr>
          <a:lstStyle>
            <a:lvl1pPr algn="r" eaLnBrk="1" hangingPunct="1">
              <a:defRPr kumimoji="0" sz="1200">
                <a:latin typeface="Calibri" pitchFamily="34" charset="0"/>
                <a:ea typeface="新細明體" pitchFamily="18" charset="-120"/>
              </a:defRPr>
            </a:lvl1pPr>
          </a:lstStyle>
          <a:p>
            <a:pPr>
              <a:defRPr/>
            </a:pPr>
            <a:fld id="{B21239CF-D331-45DD-A4E3-097E69647394}" type="slidenum">
              <a:rPr lang="zh-TW" altLang="en-US"/>
              <a:pPr>
                <a:defRPr/>
              </a:pPr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874946506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頁首版面配置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76575" cy="511175"/>
          </a:xfrm>
          <a:prstGeom prst="rect">
            <a:avLst/>
          </a:prstGeom>
        </p:spPr>
        <p:txBody>
          <a:bodyPr vert="horz" lIns="94768" tIns="47384" rIns="94768" bIns="47384" rtlCol="0"/>
          <a:lstStyle>
            <a:lvl1pPr algn="l" eaLnBrk="1" fontAlgn="auto" hangingPunct="1">
              <a:spcBef>
                <a:spcPts val="0"/>
              </a:spcBef>
              <a:spcAft>
                <a:spcPts val="0"/>
              </a:spcAft>
              <a:defRPr kumimoji="0" sz="1200">
                <a:latin typeface="+mn-lt"/>
                <a:ea typeface="+mn-ea"/>
              </a:defRPr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3" name="日期版面配置區 2"/>
          <p:cNvSpPr>
            <a:spLocks noGrp="1"/>
          </p:cNvSpPr>
          <p:nvPr>
            <p:ph type="dt" idx="1"/>
          </p:nvPr>
        </p:nvSpPr>
        <p:spPr>
          <a:xfrm>
            <a:off x="4021138" y="0"/>
            <a:ext cx="3076575" cy="511175"/>
          </a:xfrm>
          <a:prstGeom prst="rect">
            <a:avLst/>
          </a:prstGeom>
        </p:spPr>
        <p:txBody>
          <a:bodyPr vert="horz" lIns="94768" tIns="47384" rIns="94768" bIns="47384" rtlCol="0"/>
          <a:lstStyle>
            <a:lvl1pPr algn="r" eaLnBrk="1" fontAlgn="auto" hangingPunct="1">
              <a:spcBef>
                <a:spcPts val="0"/>
              </a:spcBef>
              <a:spcAft>
                <a:spcPts val="0"/>
              </a:spcAft>
              <a:defRPr kumimoji="0" sz="1200">
                <a:latin typeface="+mn-lt"/>
                <a:ea typeface="+mn-ea"/>
              </a:defRPr>
            </a:lvl1pPr>
          </a:lstStyle>
          <a:p>
            <a:pPr>
              <a:defRPr/>
            </a:pPr>
            <a:fld id="{A122DEAB-B1F1-4B95-ABD9-B991A0FE214F}" type="datetimeFigureOut">
              <a:rPr lang="zh-TW" altLang="en-US"/>
              <a:pPr>
                <a:defRPr/>
              </a:pPr>
              <a:t>2022/7/5</a:t>
            </a:fld>
            <a:endParaRPr lang="zh-TW" altLang="en-US"/>
          </a:p>
        </p:txBody>
      </p:sp>
      <p:sp>
        <p:nvSpPr>
          <p:cNvPr id="4" name="投影片圖像版面配置區 3"/>
          <p:cNvSpPr>
            <a:spLocks noGrp="1" noRot="1" noChangeAspect="1"/>
          </p:cNvSpPr>
          <p:nvPr>
            <p:ph type="sldImg" idx="2"/>
          </p:nvPr>
        </p:nvSpPr>
        <p:spPr>
          <a:xfrm>
            <a:off x="139700" y="766763"/>
            <a:ext cx="6819900" cy="383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4768" tIns="47384" rIns="94768" bIns="47384" rtlCol="0" anchor="ctr"/>
          <a:lstStyle/>
          <a:p>
            <a:pPr lvl="0"/>
            <a:endParaRPr lang="zh-TW" altLang="en-US" noProof="0"/>
          </a:p>
        </p:txBody>
      </p:sp>
      <p:sp>
        <p:nvSpPr>
          <p:cNvPr id="5" name="備忘稿版面配置區 4"/>
          <p:cNvSpPr>
            <a:spLocks noGrp="1"/>
          </p:cNvSpPr>
          <p:nvPr>
            <p:ph type="body" sz="quarter" idx="3"/>
          </p:nvPr>
        </p:nvSpPr>
        <p:spPr>
          <a:xfrm>
            <a:off x="709613" y="4860925"/>
            <a:ext cx="5680075" cy="4605338"/>
          </a:xfrm>
          <a:prstGeom prst="rect">
            <a:avLst/>
          </a:prstGeom>
        </p:spPr>
        <p:txBody>
          <a:bodyPr vert="horz" lIns="94768" tIns="47384" rIns="94768" bIns="47384" rtlCol="0">
            <a:normAutofit/>
          </a:bodyPr>
          <a:lstStyle/>
          <a:p>
            <a:pPr lvl="0"/>
            <a:r>
              <a:rPr lang="zh-TW" altLang="en-US" noProof="0" smtClean="0"/>
              <a:t>按一下以編輯母片文字樣式</a:t>
            </a:r>
          </a:p>
          <a:p>
            <a:pPr lvl="1"/>
            <a:r>
              <a:rPr lang="zh-TW" altLang="en-US" noProof="0" smtClean="0"/>
              <a:t>第二層</a:t>
            </a:r>
          </a:p>
          <a:p>
            <a:pPr lvl="2"/>
            <a:r>
              <a:rPr lang="zh-TW" altLang="en-US" noProof="0" smtClean="0"/>
              <a:t>第三層</a:t>
            </a:r>
          </a:p>
          <a:p>
            <a:pPr lvl="3"/>
            <a:r>
              <a:rPr lang="zh-TW" altLang="en-US" noProof="0" smtClean="0"/>
              <a:t>第四層</a:t>
            </a:r>
          </a:p>
          <a:p>
            <a:pPr lvl="4"/>
            <a:r>
              <a:rPr lang="zh-TW" altLang="en-US" noProof="0" smtClean="0"/>
              <a:t>第五層</a:t>
            </a:r>
            <a:endParaRPr lang="zh-TW" altLang="en-US" noProof="0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4"/>
          </p:nvPr>
        </p:nvSpPr>
        <p:spPr>
          <a:xfrm>
            <a:off x="0" y="9721850"/>
            <a:ext cx="3076575" cy="511175"/>
          </a:xfrm>
          <a:prstGeom prst="rect">
            <a:avLst/>
          </a:prstGeom>
        </p:spPr>
        <p:txBody>
          <a:bodyPr vert="horz" lIns="94768" tIns="47384" rIns="94768" bIns="47384" rtlCol="0" anchor="b"/>
          <a:lstStyle>
            <a:lvl1pPr algn="l" eaLnBrk="1" fontAlgn="auto" hangingPunct="1">
              <a:spcBef>
                <a:spcPts val="0"/>
              </a:spcBef>
              <a:spcAft>
                <a:spcPts val="0"/>
              </a:spcAft>
              <a:defRPr kumimoji="0" sz="1200">
                <a:latin typeface="+mn-lt"/>
                <a:ea typeface="+mn-ea"/>
              </a:defRPr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5"/>
          </p:nvPr>
        </p:nvSpPr>
        <p:spPr>
          <a:xfrm>
            <a:off x="4021138" y="9721850"/>
            <a:ext cx="3076575" cy="511175"/>
          </a:xfrm>
          <a:prstGeom prst="rect">
            <a:avLst/>
          </a:prstGeom>
        </p:spPr>
        <p:txBody>
          <a:bodyPr vert="horz" wrap="square" lIns="94768" tIns="47384" rIns="94768" bIns="47384" numCol="1" anchor="b" anchorCtr="0" compatLnSpc="1">
            <a:prstTxWarp prst="textNoShape">
              <a:avLst/>
            </a:prstTxWarp>
          </a:bodyPr>
          <a:lstStyle>
            <a:lvl1pPr algn="r" eaLnBrk="1" hangingPunct="1">
              <a:defRPr kumimoji="0" sz="1200">
                <a:latin typeface="Calibri" pitchFamily="34" charset="0"/>
                <a:ea typeface="新細明體" pitchFamily="18" charset="-120"/>
              </a:defRPr>
            </a:lvl1pPr>
          </a:lstStyle>
          <a:p>
            <a:pPr>
              <a:defRPr/>
            </a:pPr>
            <a:fld id="{88695BDE-03E0-4A69-BFC1-889CF8F247E0}" type="slidenum">
              <a:rPr lang="zh-TW" altLang="en-US"/>
              <a:pPr>
                <a:defRPr/>
              </a:pPr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840730976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/>
          <p:cNvSpPr>
            <a:spLocks noGrp="1" noRot="1" noChangeAspect="1"/>
          </p:cNvSpPr>
          <p:nvPr>
            <p:ph type="sldImg"/>
          </p:nvPr>
        </p:nvSpPr>
        <p:spPr>
          <a:xfrm>
            <a:off x="144616" y="858216"/>
            <a:ext cx="7059859" cy="4294628"/>
          </a:xfrm>
        </p:spPr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BB8BD76A-2F67-42F1-9619-1A8D2E5EAE40}" type="slidenum">
              <a:rPr lang="zh-TW" altLang="en-US" smtClean="0"/>
              <a:pPr>
                <a:defRPr/>
              </a:pPr>
              <a:t>12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11409363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png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6.png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_content_w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手繪多邊形 5"/>
          <p:cNvSpPr/>
          <p:nvPr userDrawn="1"/>
        </p:nvSpPr>
        <p:spPr>
          <a:xfrm rot="10800000" flipV="1">
            <a:off x="-2" y="1848878"/>
            <a:ext cx="1016606" cy="587861"/>
          </a:xfrm>
          <a:custGeom>
            <a:avLst/>
            <a:gdLst>
              <a:gd name="connsiteX0" fmla="*/ 0 w 10000"/>
              <a:gd name="connsiteY0" fmla="*/ 10000 h 10000"/>
              <a:gd name="connsiteX1" fmla="*/ 2000 w 10000"/>
              <a:gd name="connsiteY1" fmla="*/ 0 h 10000"/>
              <a:gd name="connsiteX2" fmla="*/ 10000 w 10000"/>
              <a:gd name="connsiteY2" fmla="*/ 0 h 10000"/>
              <a:gd name="connsiteX3" fmla="*/ 8000 w 10000"/>
              <a:gd name="connsiteY3" fmla="*/ 10000 h 10000"/>
              <a:gd name="connsiteX4" fmla="*/ 0 w 10000"/>
              <a:gd name="connsiteY4" fmla="*/ 10000 h 10000"/>
              <a:gd name="connsiteX0" fmla="*/ 0 w 10000"/>
              <a:gd name="connsiteY0" fmla="*/ 10000 h 10000"/>
              <a:gd name="connsiteX1" fmla="*/ 2000 w 10000"/>
              <a:gd name="connsiteY1" fmla="*/ 0 h 10000"/>
              <a:gd name="connsiteX2" fmla="*/ 10000 w 10000"/>
              <a:gd name="connsiteY2" fmla="*/ 0 h 10000"/>
              <a:gd name="connsiteX3" fmla="*/ 10000 w 10000"/>
              <a:gd name="connsiteY3" fmla="*/ 10000 h 10000"/>
              <a:gd name="connsiteX4" fmla="*/ 0 w 10000"/>
              <a:gd name="connsiteY4" fmla="*/ 10000 h 10000"/>
              <a:gd name="connsiteX0" fmla="*/ 0 w 10000"/>
              <a:gd name="connsiteY0" fmla="*/ 10000 h 10000"/>
              <a:gd name="connsiteX1" fmla="*/ 2000 w 10000"/>
              <a:gd name="connsiteY1" fmla="*/ 0 h 10000"/>
              <a:gd name="connsiteX2" fmla="*/ 5000 w 10000"/>
              <a:gd name="connsiteY2" fmla="*/ 0 h 10000"/>
              <a:gd name="connsiteX3" fmla="*/ 10000 w 10000"/>
              <a:gd name="connsiteY3" fmla="*/ 10000 h 10000"/>
              <a:gd name="connsiteX4" fmla="*/ 0 w 10000"/>
              <a:gd name="connsiteY4" fmla="*/ 10000 h 10000"/>
              <a:gd name="connsiteX0" fmla="*/ 0 w 5000"/>
              <a:gd name="connsiteY0" fmla="*/ 10000 h 10000"/>
              <a:gd name="connsiteX1" fmla="*/ 2000 w 5000"/>
              <a:gd name="connsiteY1" fmla="*/ 0 h 10000"/>
              <a:gd name="connsiteX2" fmla="*/ 5000 w 5000"/>
              <a:gd name="connsiteY2" fmla="*/ 0 h 10000"/>
              <a:gd name="connsiteX3" fmla="*/ 5000 w 5000"/>
              <a:gd name="connsiteY3" fmla="*/ 10000 h 10000"/>
              <a:gd name="connsiteX4" fmla="*/ 0 w 5000"/>
              <a:gd name="connsiteY4" fmla="*/ 10000 h 10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000" h="10000">
                <a:moveTo>
                  <a:pt x="0" y="10000"/>
                </a:moveTo>
                <a:lnTo>
                  <a:pt x="2000" y="0"/>
                </a:lnTo>
                <a:lnTo>
                  <a:pt x="5000" y="0"/>
                </a:lnTo>
                <a:lnTo>
                  <a:pt x="5000" y="10000"/>
                </a:lnTo>
                <a:lnTo>
                  <a:pt x="0" y="10000"/>
                </a:lnTo>
                <a:close/>
              </a:path>
            </a:pathLst>
          </a:custGeom>
          <a:gradFill flip="none" rotWithShape="1">
            <a:gsLst>
              <a:gs pos="32000">
                <a:srgbClr val="0F8AB1"/>
              </a:gs>
              <a:gs pos="70000">
                <a:srgbClr val="1E4B70"/>
              </a:gs>
            </a:gsLst>
            <a:path path="circle">
              <a:fillToRect r="100000" b="100000"/>
            </a:path>
            <a:tileRect l="-100000" t="-100000"/>
          </a:gra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>
              <a:defRPr/>
            </a:pPr>
            <a:endParaRPr lang="zh-TW" altLang="en-US" sz="1800">
              <a:solidFill>
                <a:prstClr val="black"/>
              </a:solidFill>
              <a:ea typeface="微軟正黑體" pitchFamily="34" charset="-120"/>
              <a:cs typeface="新細明體" pitchFamily="-65" charset="-120"/>
            </a:endParaRPr>
          </a:p>
        </p:txBody>
      </p:sp>
      <p:pic>
        <p:nvPicPr>
          <p:cNvPr id="7" name="Picture 2" descr="\\Auhqfs01\agm006$\Corpcom\Library\CIS\AUO\Logo Combination\AUO only\企業標誌 AUO only [轉換].png"/>
          <p:cNvPicPr>
            <a:picLocks noChangeAspect="1" noChangeArrowheads="1"/>
          </p:cNvPicPr>
          <p:nvPr userDrawn="1"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7226300" y="241302"/>
            <a:ext cx="1531938" cy="4048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8" name="Text Box 18"/>
          <p:cNvSpPr txBox="1">
            <a:spLocks noChangeArrowheads="1"/>
          </p:cNvSpPr>
          <p:nvPr userDrawn="1"/>
        </p:nvSpPr>
        <p:spPr bwMode="auto">
          <a:xfrm>
            <a:off x="6642100" y="4976813"/>
            <a:ext cx="2389188" cy="21544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algn="r" eaLnBrk="0" hangingPunct="0">
              <a:spcBef>
                <a:spcPct val="50000"/>
              </a:spcBef>
              <a:defRPr/>
            </a:pPr>
            <a:r>
              <a:rPr lang="en-US" altLang="zh-TW" sz="800" dirty="0">
                <a:solidFill>
                  <a:srgbClr val="D9D9D9"/>
                </a:solidFill>
                <a:ea typeface="微軟正黑體" pitchFamily="34" charset="-120"/>
              </a:rPr>
              <a:t>Only for </a:t>
            </a:r>
            <a:r>
              <a:rPr lang="en-US" altLang="zh-TW" sz="800" dirty="0" err="1">
                <a:solidFill>
                  <a:srgbClr val="D9D9D9"/>
                </a:solidFill>
                <a:ea typeface="微軟正黑體" pitchFamily="34" charset="-120"/>
              </a:rPr>
              <a:t>eABC</a:t>
            </a:r>
            <a:r>
              <a:rPr lang="en-US" altLang="zh-TW" sz="800" dirty="0">
                <a:solidFill>
                  <a:srgbClr val="D9D9D9"/>
                </a:solidFill>
                <a:ea typeface="微軟正黑體" pitchFamily="34" charset="-120"/>
              </a:rPr>
              <a:t>, ABC, APC</a:t>
            </a:r>
          </a:p>
        </p:txBody>
      </p:sp>
      <p:grpSp>
        <p:nvGrpSpPr>
          <p:cNvPr id="9" name="Group 17"/>
          <p:cNvGrpSpPr>
            <a:grpSpLocks noChangeAspect="1"/>
          </p:cNvGrpSpPr>
          <p:nvPr userDrawn="1"/>
        </p:nvGrpSpPr>
        <p:grpSpPr bwMode="auto">
          <a:xfrm>
            <a:off x="134938" y="4695827"/>
            <a:ext cx="307975" cy="404813"/>
            <a:chOff x="113" y="3550"/>
            <a:chExt cx="363" cy="636"/>
          </a:xfrm>
        </p:grpSpPr>
        <p:pic>
          <p:nvPicPr>
            <p:cNvPr id="10" name="Picture 18"/>
            <p:cNvPicPr>
              <a:picLocks noChangeAspect="1" noChangeArrowheads="1"/>
            </p:cNvPicPr>
            <p:nvPr userDrawn="1"/>
          </p:nvPicPr>
          <p:blipFill>
            <a:blip r:embed="rId3" cstate="print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</a:blip>
            <a:srcRect/>
            <a:stretch>
              <a:fillRect/>
            </a:stretch>
          </p:blipFill>
          <p:spPr bwMode="auto">
            <a:xfrm>
              <a:off x="113" y="3796"/>
              <a:ext cx="363" cy="39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pic>
          <p:nvPicPr>
            <p:cNvPr id="11" name="Picture 19"/>
            <p:cNvPicPr>
              <a:picLocks noChangeAspect="1" noChangeArrowheads="1"/>
            </p:cNvPicPr>
            <p:nvPr userDrawn="1"/>
          </p:nvPicPr>
          <p:blipFill>
            <a:blip r:embed="rId4" cstate="print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</a:blip>
            <a:srcRect/>
            <a:stretch>
              <a:fillRect/>
            </a:stretch>
          </p:blipFill>
          <p:spPr bwMode="auto">
            <a:xfrm>
              <a:off x="169" y="3550"/>
              <a:ext cx="256" cy="239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</p:grpSp>
      <p:sp>
        <p:nvSpPr>
          <p:cNvPr id="4" name="內容版面配置區 16"/>
          <p:cNvSpPr>
            <a:spLocks noGrp="1"/>
          </p:cNvSpPr>
          <p:nvPr>
            <p:ph sz="quarter" idx="22"/>
          </p:nvPr>
        </p:nvSpPr>
        <p:spPr>
          <a:xfrm>
            <a:off x="971601" y="1829168"/>
            <a:ext cx="7605845" cy="2025225"/>
          </a:xfrm>
        </p:spPr>
        <p:txBody>
          <a:bodyPr>
            <a:normAutofit/>
          </a:bodyPr>
          <a:lstStyle>
            <a:lvl1pPr marL="342900" marR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>
                <a:tab pos="0" algn="l"/>
              </a:tabLst>
              <a:defRPr sz="4400" b="1">
                <a:solidFill>
                  <a:srgbClr val="0083A2"/>
                </a:solidFill>
                <a:latin typeface="Gill Sans MT" pitchFamily="34" charset="0"/>
                <a:ea typeface="微軟正黑體" pitchFamily="34" charset="-120"/>
              </a:defRPr>
            </a:lvl1pPr>
            <a:lvl2pPr>
              <a:buNone/>
              <a:defRPr sz="3600" baseline="0">
                <a:solidFill>
                  <a:srgbClr val="0083A2"/>
                </a:solidFill>
                <a:latin typeface="Gill Sans MT" pitchFamily="34" charset="0"/>
                <a:ea typeface="微軟正黑體" pitchFamily="34" charset="-120"/>
              </a:defRPr>
            </a:lvl2pPr>
            <a:lvl3pPr>
              <a:buNone/>
              <a:defRPr sz="3200" baseline="0">
                <a:solidFill>
                  <a:srgbClr val="0083A2"/>
                </a:solidFill>
                <a:latin typeface="Gill Sans MT" pitchFamily="34" charset="0"/>
                <a:ea typeface="微軟正黑體" pitchFamily="34" charset="-120"/>
              </a:defRPr>
            </a:lvl3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5" name="Rectangle 3"/>
          <p:cNvSpPr>
            <a:spLocks noGrp="1" noChangeArrowheads="1"/>
          </p:cNvSpPr>
          <p:nvPr>
            <p:ph type="body" idx="4294967295"/>
          </p:nvPr>
        </p:nvSpPr>
        <p:spPr>
          <a:xfrm>
            <a:off x="971600" y="4052082"/>
            <a:ext cx="7470830" cy="916186"/>
          </a:xfrm>
        </p:spPr>
        <p:txBody>
          <a:bodyPr>
            <a:noAutofit/>
          </a:bodyPr>
          <a:lstStyle>
            <a:lvl1pPr>
              <a:buFontTx/>
              <a:buNone/>
              <a:defRPr sz="1400">
                <a:latin typeface="Gill Sans MT" pitchFamily="34" charset="0"/>
                <a:ea typeface="微軟正黑體" pitchFamily="34" charset="-120"/>
              </a:defRPr>
            </a:lvl1pPr>
          </a:lstStyle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</p:txBody>
      </p:sp>
    </p:spTree>
  </p:cSld>
  <p:clrMapOvr>
    <a:masterClrMapping/>
  </p:clrMapOvr>
  <p:transition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4_content_w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字方塊 2"/>
          <p:cNvSpPr txBox="1">
            <a:spLocks noChangeArrowheads="1"/>
          </p:cNvSpPr>
          <p:nvPr userDrawn="1"/>
        </p:nvSpPr>
        <p:spPr bwMode="auto">
          <a:xfrm>
            <a:off x="395288" y="4983165"/>
            <a:ext cx="3429000" cy="1603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72000" rIns="72000" anchor="b"/>
          <a:lstStyle/>
          <a:p>
            <a:pPr>
              <a:lnSpc>
                <a:spcPct val="80000"/>
              </a:lnSpc>
              <a:defRPr/>
            </a:pPr>
            <a:r>
              <a:rPr kumimoji="0" lang="en-US" altLang="zh-TW" sz="500" dirty="0">
                <a:solidFill>
                  <a:srgbClr val="D9D9D9"/>
                </a:solidFill>
                <a:ea typeface="微軟正黑體" pitchFamily="34" charset="-120"/>
                <a:cs typeface="Times New Roman" pitchFamily="18" charset="0"/>
                <a:sym typeface="Symbol" pitchFamily="18" charset="2"/>
              </a:rPr>
              <a:t></a:t>
            </a:r>
            <a:r>
              <a:rPr kumimoji="0" lang="en-US" altLang="zh-TW" sz="500" dirty="0">
                <a:solidFill>
                  <a:srgbClr val="D9D9D9"/>
                </a:solidFill>
                <a:ea typeface="微軟正黑體" pitchFamily="34" charset="-120"/>
              </a:rPr>
              <a:t>2019 AU </a:t>
            </a:r>
            <a:r>
              <a:rPr kumimoji="0" lang="en-US" altLang="zh-TW" sz="500" dirty="0" err="1">
                <a:solidFill>
                  <a:srgbClr val="D9D9D9"/>
                </a:solidFill>
                <a:ea typeface="微軟正黑體" pitchFamily="34" charset="-120"/>
              </a:rPr>
              <a:t>Optronics</a:t>
            </a:r>
            <a:r>
              <a:rPr kumimoji="0" lang="en-US" altLang="zh-TW" sz="500" dirty="0">
                <a:solidFill>
                  <a:srgbClr val="D9D9D9"/>
                </a:solidFill>
                <a:ea typeface="微軟正黑體" pitchFamily="34" charset="-120"/>
              </a:rPr>
              <a:t> Corporation</a:t>
            </a:r>
            <a:endParaRPr kumimoji="0" lang="zh-TW" altLang="en-US" sz="500" dirty="0">
              <a:solidFill>
                <a:srgbClr val="D9D9D9"/>
              </a:solidFill>
              <a:ea typeface="微軟正黑體" pitchFamily="34" charset="-120"/>
            </a:endParaRPr>
          </a:p>
        </p:txBody>
      </p:sp>
      <p:sp>
        <p:nvSpPr>
          <p:cNvPr id="4" name="手繪多邊形 3"/>
          <p:cNvSpPr/>
          <p:nvPr userDrawn="1"/>
        </p:nvSpPr>
        <p:spPr>
          <a:xfrm rot="10800000" flipH="1">
            <a:off x="-42863" y="1"/>
            <a:ext cx="2416176" cy="3857625"/>
          </a:xfrm>
          <a:custGeom>
            <a:avLst/>
            <a:gdLst>
              <a:gd name="connsiteX0" fmla="*/ 0 w 5143500"/>
              <a:gd name="connsiteY0" fmla="*/ 5143500 h 5143500"/>
              <a:gd name="connsiteX1" fmla="*/ 0 w 5143500"/>
              <a:gd name="connsiteY1" fmla="*/ 0 h 5143500"/>
              <a:gd name="connsiteX2" fmla="*/ 5143500 w 5143500"/>
              <a:gd name="connsiteY2" fmla="*/ 5143500 h 5143500"/>
              <a:gd name="connsiteX3" fmla="*/ 0 w 5143500"/>
              <a:gd name="connsiteY3" fmla="*/ 5143500 h 5143500"/>
              <a:gd name="connsiteX0" fmla="*/ 0 w 5143500"/>
              <a:gd name="connsiteY0" fmla="*/ 5143500 h 5143500"/>
              <a:gd name="connsiteX1" fmla="*/ 0 w 5143500"/>
              <a:gd name="connsiteY1" fmla="*/ 0 h 5143500"/>
              <a:gd name="connsiteX2" fmla="*/ 1628775 w 5143500"/>
              <a:gd name="connsiteY2" fmla="*/ 1619250 h 5143500"/>
              <a:gd name="connsiteX3" fmla="*/ 5143500 w 5143500"/>
              <a:gd name="connsiteY3" fmla="*/ 5143500 h 5143500"/>
              <a:gd name="connsiteX4" fmla="*/ 0 w 5143500"/>
              <a:gd name="connsiteY4" fmla="*/ 5143500 h 5143500"/>
              <a:gd name="connsiteX0" fmla="*/ 0 w 5143500"/>
              <a:gd name="connsiteY0" fmla="*/ 5143500 h 5143500"/>
              <a:gd name="connsiteX1" fmla="*/ 0 w 5143500"/>
              <a:gd name="connsiteY1" fmla="*/ 0 h 5143500"/>
              <a:gd name="connsiteX2" fmla="*/ 2726795 w 5143500"/>
              <a:gd name="connsiteY2" fmla="*/ 0 h 5143500"/>
              <a:gd name="connsiteX3" fmla="*/ 5143500 w 5143500"/>
              <a:gd name="connsiteY3" fmla="*/ 5143500 h 5143500"/>
              <a:gd name="connsiteX4" fmla="*/ 0 w 5143500"/>
              <a:gd name="connsiteY4" fmla="*/ 5143500 h 5143500"/>
              <a:gd name="connsiteX0" fmla="*/ 2481809 w 5143500"/>
              <a:gd name="connsiteY0" fmla="*/ 5143499 h 5143500"/>
              <a:gd name="connsiteX1" fmla="*/ 0 w 5143500"/>
              <a:gd name="connsiteY1" fmla="*/ 0 h 5143500"/>
              <a:gd name="connsiteX2" fmla="*/ 2726795 w 5143500"/>
              <a:gd name="connsiteY2" fmla="*/ 0 h 5143500"/>
              <a:gd name="connsiteX3" fmla="*/ 5143500 w 5143500"/>
              <a:gd name="connsiteY3" fmla="*/ 5143500 h 5143500"/>
              <a:gd name="connsiteX4" fmla="*/ 2481809 w 5143500"/>
              <a:gd name="connsiteY4" fmla="*/ 5143499 h 5143500"/>
              <a:gd name="connsiteX0" fmla="*/ 224986 w 2886677"/>
              <a:gd name="connsiteY0" fmla="*/ 5143500 h 5143501"/>
              <a:gd name="connsiteX1" fmla="*/ 0 w 2886677"/>
              <a:gd name="connsiteY1" fmla="*/ 0 h 5143501"/>
              <a:gd name="connsiteX2" fmla="*/ 469972 w 2886677"/>
              <a:gd name="connsiteY2" fmla="*/ 1 h 5143501"/>
              <a:gd name="connsiteX3" fmla="*/ 2886677 w 2886677"/>
              <a:gd name="connsiteY3" fmla="*/ 5143501 h 5143501"/>
              <a:gd name="connsiteX4" fmla="*/ 224986 w 2886677"/>
              <a:gd name="connsiteY4" fmla="*/ 5143500 h 5143501"/>
              <a:gd name="connsiteX0" fmla="*/ 0 w 2661691"/>
              <a:gd name="connsiteY0" fmla="*/ 5143500 h 5143501"/>
              <a:gd name="connsiteX1" fmla="*/ 288489 w 2661691"/>
              <a:gd name="connsiteY1" fmla="*/ 0 h 5143501"/>
              <a:gd name="connsiteX2" fmla="*/ 244986 w 2661691"/>
              <a:gd name="connsiteY2" fmla="*/ 1 h 5143501"/>
              <a:gd name="connsiteX3" fmla="*/ 2661691 w 2661691"/>
              <a:gd name="connsiteY3" fmla="*/ 5143501 h 5143501"/>
              <a:gd name="connsiteX4" fmla="*/ 0 w 2661691"/>
              <a:gd name="connsiteY4" fmla="*/ 5143500 h 5143501"/>
              <a:gd name="connsiteX0" fmla="*/ 43503 w 2416705"/>
              <a:gd name="connsiteY0" fmla="*/ 5143500 h 5143501"/>
              <a:gd name="connsiteX1" fmla="*/ 43503 w 2416705"/>
              <a:gd name="connsiteY1" fmla="*/ 0 h 5143501"/>
              <a:gd name="connsiteX2" fmla="*/ 0 w 2416705"/>
              <a:gd name="connsiteY2" fmla="*/ 1 h 5143501"/>
              <a:gd name="connsiteX3" fmla="*/ 2416705 w 2416705"/>
              <a:gd name="connsiteY3" fmla="*/ 5143501 h 5143501"/>
              <a:gd name="connsiteX4" fmla="*/ 43503 w 2416705"/>
              <a:gd name="connsiteY4" fmla="*/ 5143500 h 51435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416705" h="5143501">
                <a:moveTo>
                  <a:pt x="43503" y="5143500"/>
                </a:moveTo>
                <a:lnTo>
                  <a:pt x="43503" y="0"/>
                </a:lnTo>
                <a:lnTo>
                  <a:pt x="0" y="1"/>
                </a:lnTo>
                <a:lnTo>
                  <a:pt x="2416705" y="5143501"/>
                </a:lnTo>
                <a:lnTo>
                  <a:pt x="43503" y="5143500"/>
                </a:lnTo>
                <a:close/>
              </a:path>
            </a:pathLst>
          </a:custGeom>
          <a:solidFill>
            <a:schemeClr val="tx1">
              <a:lumMod val="95000"/>
              <a:lumOff val="5000"/>
              <a:alpha val="8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0" hangingPunct="0">
              <a:defRPr/>
            </a:pPr>
            <a:endParaRPr lang="zh-TW" altLang="en-US">
              <a:solidFill>
                <a:prstClr val="white"/>
              </a:solidFill>
              <a:latin typeface="Gill Sans MT" pitchFamily="34" charset="0"/>
              <a:ea typeface="微軟正黑體" pitchFamily="34" charset="-120"/>
            </a:endParaRPr>
          </a:p>
        </p:txBody>
      </p:sp>
      <p:sp>
        <p:nvSpPr>
          <p:cNvPr id="5" name="手繪多邊形 4"/>
          <p:cNvSpPr/>
          <p:nvPr userDrawn="1"/>
        </p:nvSpPr>
        <p:spPr>
          <a:xfrm rot="1500000">
            <a:off x="832128" y="-230265"/>
            <a:ext cx="261694" cy="3859796"/>
          </a:xfrm>
          <a:custGeom>
            <a:avLst/>
            <a:gdLst>
              <a:gd name="connsiteX0" fmla="*/ 0 w 225024"/>
              <a:gd name="connsiteY0" fmla="*/ 0 h 5940000"/>
              <a:gd name="connsiteX1" fmla="*/ 225024 w 225024"/>
              <a:gd name="connsiteY1" fmla="*/ 0 h 5940000"/>
              <a:gd name="connsiteX2" fmla="*/ 225024 w 225024"/>
              <a:gd name="connsiteY2" fmla="*/ 5940000 h 5940000"/>
              <a:gd name="connsiteX3" fmla="*/ 0 w 225024"/>
              <a:gd name="connsiteY3" fmla="*/ 5940000 h 5940000"/>
              <a:gd name="connsiteX4" fmla="*/ 0 w 225024"/>
              <a:gd name="connsiteY4" fmla="*/ 0 h 5940000"/>
              <a:gd name="connsiteX0" fmla="*/ 13204 w 238228"/>
              <a:gd name="connsiteY0" fmla="*/ 0 h 5940000"/>
              <a:gd name="connsiteX1" fmla="*/ 238228 w 238228"/>
              <a:gd name="connsiteY1" fmla="*/ 0 h 5940000"/>
              <a:gd name="connsiteX2" fmla="*/ 238228 w 238228"/>
              <a:gd name="connsiteY2" fmla="*/ 5940000 h 5940000"/>
              <a:gd name="connsiteX3" fmla="*/ 13204 w 238228"/>
              <a:gd name="connsiteY3" fmla="*/ 5940000 h 5940000"/>
              <a:gd name="connsiteX4" fmla="*/ 0 w 238228"/>
              <a:gd name="connsiteY4" fmla="*/ 4730313 h 5940000"/>
              <a:gd name="connsiteX5" fmla="*/ 13204 w 238228"/>
              <a:gd name="connsiteY5" fmla="*/ 0 h 5940000"/>
              <a:gd name="connsiteX0" fmla="*/ 13204 w 238228"/>
              <a:gd name="connsiteY0" fmla="*/ 0 h 5940000"/>
              <a:gd name="connsiteX1" fmla="*/ 238228 w 238228"/>
              <a:gd name="connsiteY1" fmla="*/ 0 h 5940000"/>
              <a:gd name="connsiteX2" fmla="*/ 233662 w 238228"/>
              <a:gd name="connsiteY2" fmla="*/ 5231404 h 5940000"/>
              <a:gd name="connsiteX3" fmla="*/ 238228 w 238228"/>
              <a:gd name="connsiteY3" fmla="*/ 5940000 h 5940000"/>
              <a:gd name="connsiteX4" fmla="*/ 13204 w 238228"/>
              <a:gd name="connsiteY4" fmla="*/ 5940000 h 5940000"/>
              <a:gd name="connsiteX5" fmla="*/ 0 w 238228"/>
              <a:gd name="connsiteY5" fmla="*/ 4730313 h 5940000"/>
              <a:gd name="connsiteX6" fmla="*/ 13204 w 238228"/>
              <a:gd name="connsiteY6" fmla="*/ 0 h 5940000"/>
              <a:gd name="connsiteX0" fmla="*/ 13204 w 238228"/>
              <a:gd name="connsiteY0" fmla="*/ 5940000 h 6031440"/>
              <a:gd name="connsiteX1" fmla="*/ 0 w 238228"/>
              <a:gd name="connsiteY1" fmla="*/ 4730313 h 6031440"/>
              <a:gd name="connsiteX2" fmla="*/ 13204 w 238228"/>
              <a:gd name="connsiteY2" fmla="*/ 0 h 6031440"/>
              <a:gd name="connsiteX3" fmla="*/ 238228 w 238228"/>
              <a:gd name="connsiteY3" fmla="*/ 0 h 6031440"/>
              <a:gd name="connsiteX4" fmla="*/ 233662 w 238228"/>
              <a:gd name="connsiteY4" fmla="*/ 5231404 h 6031440"/>
              <a:gd name="connsiteX5" fmla="*/ 238228 w 238228"/>
              <a:gd name="connsiteY5" fmla="*/ 5940000 h 6031440"/>
              <a:gd name="connsiteX6" fmla="*/ 104644 w 238228"/>
              <a:gd name="connsiteY6" fmla="*/ 6031440 h 6031440"/>
              <a:gd name="connsiteX0" fmla="*/ 13204 w 238228"/>
              <a:gd name="connsiteY0" fmla="*/ 5940000 h 5940000"/>
              <a:gd name="connsiteX1" fmla="*/ 0 w 238228"/>
              <a:gd name="connsiteY1" fmla="*/ 4730313 h 5940000"/>
              <a:gd name="connsiteX2" fmla="*/ 13204 w 238228"/>
              <a:gd name="connsiteY2" fmla="*/ 0 h 5940000"/>
              <a:gd name="connsiteX3" fmla="*/ 238228 w 238228"/>
              <a:gd name="connsiteY3" fmla="*/ 0 h 5940000"/>
              <a:gd name="connsiteX4" fmla="*/ 233662 w 238228"/>
              <a:gd name="connsiteY4" fmla="*/ 5231404 h 5940000"/>
              <a:gd name="connsiteX5" fmla="*/ 238228 w 238228"/>
              <a:gd name="connsiteY5" fmla="*/ 5940000 h 5940000"/>
              <a:gd name="connsiteX0" fmla="*/ 13204 w 238228"/>
              <a:gd name="connsiteY0" fmla="*/ 5940000 h 5940000"/>
              <a:gd name="connsiteX1" fmla="*/ 0 w 238228"/>
              <a:gd name="connsiteY1" fmla="*/ 4730313 h 5940000"/>
              <a:gd name="connsiteX2" fmla="*/ 13204 w 238228"/>
              <a:gd name="connsiteY2" fmla="*/ 0 h 5940000"/>
              <a:gd name="connsiteX3" fmla="*/ 238228 w 238228"/>
              <a:gd name="connsiteY3" fmla="*/ 0 h 5940000"/>
              <a:gd name="connsiteX4" fmla="*/ 233662 w 238228"/>
              <a:gd name="connsiteY4" fmla="*/ 5231404 h 5940000"/>
              <a:gd name="connsiteX0" fmla="*/ 0 w 238228"/>
              <a:gd name="connsiteY0" fmla="*/ 4730313 h 5231404"/>
              <a:gd name="connsiteX1" fmla="*/ 13204 w 238228"/>
              <a:gd name="connsiteY1" fmla="*/ 0 h 5231404"/>
              <a:gd name="connsiteX2" fmla="*/ 238228 w 238228"/>
              <a:gd name="connsiteY2" fmla="*/ 0 h 5231404"/>
              <a:gd name="connsiteX3" fmla="*/ 233662 w 238228"/>
              <a:gd name="connsiteY3" fmla="*/ 5231404 h 5231404"/>
              <a:gd name="connsiteX0" fmla="*/ 25527 w 263755"/>
              <a:gd name="connsiteY0" fmla="*/ 5354752 h 5855843"/>
              <a:gd name="connsiteX1" fmla="*/ 31368 w 263755"/>
              <a:gd name="connsiteY1" fmla="*/ 788385 h 5855843"/>
              <a:gd name="connsiteX2" fmla="*/ 38731 w 263755"/>
              <a:gd name="connsiteY2" fmla="*/ 624439 h 5855843"/>
              <a:gd name="connsiteX3" fmla="*/ 263755 w 263755"/>
              <a:gd name="connsiteY3" fmla="*/ 624439 h 5855843"/>
              <a:gd name="connsiteX4" fmla="*/ 259189 w 263755"/>
              <a:gd name="connsiteY4" fmla="*/ 5855843 h 5855843"/>
              <a:gd name="connsiteX0" fmla="*/ 25527 w 276123"/>
              <a:gd name="connsiteY0" fmla="*/ 5354752 h 5855843"/>
              <a:gd name="connsiteX1" fmla="*/ 31368 w 276123"/>
              <a:gd name="connsiteY1" fmla="*/ 788385 h 5855843"/>
              <a:gd name="connsiteX2" fmla="*/ 38731 w 276123"/>
              <a:gd name="connsiteY2" fmla="*/ 624439 h 5855843"/>
              <a:gd name="connsiteX3" fmla="*/ 263755 w 276123"/>
              <a:gd name="connsiteY3" fmla="*/ 624439 h 5855843"/>
              <a:gd name="connsiteX4" fmla="*/ 276123 w 276123"/>
              <a:gd name="connsiteY4" fmla="*/ 709449 h 5855843"/>
              <a:gd name="connsiteX5" fmla="*/ 259189 w 276123"/>
              <a:gd name="connsiteY5" fmla="*/ 5855843 h 5855843"/>
              <a:gd name="connsiteX0" fmla="*/ 25527 w 276123"/>
              <a:gd name="connsiteY0" fmla="*/ 5354752 h 5855843"/>
              <a:gd name="connsiteX1" fmla="*/ 31368 w 276123"/>
              <a:gd name="connsiteY1" fmla="*/ 788385 h 5855843"/>
              <a:gd name="connsiteX2" fmla="*/ 38731 w 276123"/>
              <a:gd name="connsiteY2" fmla="*/ 624439 h 5855843"/>
              <a:gd name="connsiteX3" fmla="*/ 263755 w 276123"/>
              <a:gd name="connsiteY3" fmla="*/ 624439 h 5855843"/>
              <a:gd name="connsiteX4" fmla="*/ 276123 w 276123"/>
              <a:gd name="connsiteY4" fmla="*/ 709449 h 5855843"/>
              <a:gd name="connsiteX5" fmla="*/ 259189 w 276123"/>
              <a:gd name="connsiteY5" fmla="*/ 5855843 h 5855843"/>
              <a:gd name="connsiteX0" fmla="*/ 25527 w 276123"/>
              <a:gd name="connsiteY0" fmla="*/ 5354752 h 5855843"/>
              <a:gd name="connsiteX1" fmla="*/ 31368 w 276123"/>
              <a:gd name="connsiteY1" fmla="*/ 788385 h 5855843"/>
              <a:gd name="connsiteX2" fmla="*/ 38731 w 276123"/>
              <a:gd name="connsiteY2" fmla="*/ 624439 h 5855843"/>
              <a:gd name="connsiteX3" fmla="*/ 263755 w 276123"/>
              <a:gd name="connsiteY3" fmla="*/ 624439 h 5855843"/>
              <a:gd name="connsiteX4" fmla="*/ 276123 w 276123"/>
              <a:gd name="connsiteY4" fmla="*/ 709449 h 5855843"/>
              <a:gd name="connsiteX5" fmla="*/ 259189 w 276123"/>
              <a:gd name="connsiteY5" fmla="*/ 5855843 h 5855843"/>
              <a:gd name="connsiteX0" fmla="*/ 25527 w 303320"/>
              <a:gd name="connsiteY0" fmla="*/ 5517200 h 6018291"/>
              <a:gd name="connsiteX1" fmla="*/ 31368 w 303320"/>
              <a:gd name="connsiteY1" fmla="*/ 950833 h 6018291"/>
              <a:gd name="connsiteX2" fmla="*/ 38731 w 303320"/>
              <a:gd name="connsiteY2" fmla="*/ 786887 h 6018291"/>
              <a:gd name="connsiteX3" fmla="*/ 263755 w 303320"/>
              <a:gd name="connsiteY3" fmla="*/ 786887 h 6018291"/>
              <a:gd name="connsiteX4" fmla="*/ 276123 w 303320"/>
              <a:gd name="connsiteY4" fmla="*/ 871897 h 6018291"/>
              <a:gd name="connsiteX5" fmla="*/ 259189 w 303320"/>
              <a:gd name="connsiteY5" fmla="*/ 6018291 h 6018291"/>
              <a:gd name="connsiteX0" fmla="*/ 27588 w 278184"/>
              <a:gd name="connsiteY0" fmla="*/ 5517204 h 6018295"/>
              <a:gd name="connsiteX1" fmla="*/ 33429 w 278184"/>
              <a:gd name="connsiteY1" fmla="*/ 950837 h 6018295"/>
              <a:gd name="connsiteX2" fmla="*/ 40792 w 278184"/>
              <a:gd name="connsiteY2" fmla="*/ 786891 h 6018295"/>
              <a:gd name="connsiteX3" fmla="*/ 278184 w 278184"/>
              <a:gd name="connsiteY3" fmla="*/ 871901 h 6018295"/>
              <a:gd name="connsiteX4" fmla="*/ 261250 w 278184"/>
              <a:gd name="connsiteY4" fmla="*/ 6018295 h 6018295"/>
              <a:gd name="connsiteX0" fmla="*/ 34378 w 316483"/>
              <a:gd name="connsiteY0" fmla="*/ 5517204 h 6018295"/>
              <a:gd name="connsiteX1" fmla="*/ 40219 w 316483"/>
              <a:gd name="connsiteY1" fmla="*/ 950837 h 6018295"/>
              <a:gd name="connsiteX2" fmla="*/ 275691 w 316483"/>
              <a:gd name="connsiteY2" fmla="*/ 597150 h 6018295"/>
              <a:gd name="connsiteX3" fmla="*/ 284974 w 316483"/>
              <a:gd name="connsiteY3" fmla="*/ 871901 h 6018295"/>
              <a:gd name="connsiteX4" fmla="*/ 268040 w 316483"/>
              <a:gd name="connsiteY4" fmla="*/ 6018295 h 6018295"/>
              <a:gd name="connsiteX0" fmla="*/ 34378 w 316483"/>
              <a:gd name="connsiteY0" fmla="*/ 5517204 h 6018295"/>
              <a:gd name="connsiteX1" fmla="*/ 40219 w 316483"/>
              <a:gd name="connsiteY1" fmla="*/ 950837 h 6018295"/>
              <a:gd name="connsiteX2" fmla="*/ 275691 w 316483"/>
              <a:gd name="connsiteY2" fmla="*/ 597150 h 6018295"/>
              <a:gd name="connsiteX3" fmla="*/ 284974 w 316483"/>
              <a:gd name="connsiteY3" fmla="*/ 871901 h 6018295"/>
              <a:gd name="connsiteX4" fmla="*/ 268040 w 316483"/>
              <a:gd name="connsiteY4" fmla="*/ 6018295 h 6018295"/>
              <a:gd name="connsiteX0" fmla="*/ 34378 w 316483"/>
              <a:gd name="connsiteY0" fmla="*/ 5517204 h 6018295"/>
              <a:gd name="connsiteX1" fmla="*/ 40219 w 316483"/>
              <a:gd name="connsiteY1" fmla="*/ 950837 h 6018295"/>
              <a:gd name="connsiteX2" fmla="*/ 275691 w 316483"/>
              <a:gd name="connsiteY2" fmla="*/ 597150 h 6018295"/>
              <a:gd name="connsiteX3" fmla="*/ 284974 w 316483"/>
              <a:gd name="connsiteY3" fmla="*/ 871901 h 6018295"/>
              <a:gd name="connsiteX4" fmla="*/ 268040 w 316483"/>
              <a:gd name="connsiteY4" fmla="*/ 6018295 h 6018295"/>
              <a:gd name="connsiteX0" fmla="*/ 34378 w 316483"/>
              <a:gd name="connsiteY0" fmla="*/ 5517204 h 6018295"/>
              <a:gd name="connsiteX1" fmla="*/ 40219 w 316483"/>
              <a:gd name="connsiteY1" fmla="*/ 950837 h 6018295"/>
              <a:gd name="connsiteX2" fmla="*/ 275691 w 316483"/>
              <a:gd name="connsiteY2" fmla="*/ 597150 h 6018295"/>
              <a:gd name="connsiteX3" fmla="*/ 284974 w 316483"/>
              <a:gd name="connsiteY3" fmla="*/ 871901 h 6018295"/>
              <a:gd name="connsiteX4" fmla="*/ 268040 w 316483"/>
              <a:gd name="connsiteY4" fmla="*/ 6018295 h 6018295"/>
              <a:gd name="connsiteX0" fmla="*/ 69355 w 319951"/>
              <a:gd name="connsiteY0" fmla="*/ 5517204 h 6018295"/>
              <a:gd name="connsiteX1" fmla="*/ 75196 w 319951"/>
              <a:gd name="connsiteY1" fmla="*/ 950837 h 6018295"/>
              <a:gd name="connsiteX2" fmla="*/ 188304 w 319951"/>
              <a:gd name="connsiteY2" fmla="*/ 654210 h 6018295"/>
              <a:gd name="connsiteX3" fmla="*/ 319951 w 319951"/>
              <a:gd name="connsiteY3" fmla="*/ 871901 h 6018295"/>
              <a:gd name="connsiteX4" fmla="*/ 303017 w 319951"/>
              <a:gd name="connsiteY4" fmla="*/ 6018295 h 6018295"/>
              <a:gd name="connsiteX0" fmla="*/ 53084 w 303680"/>
              <a:gd name="connsiteY0" fmla="*/ 5517204 h 6018295"/>
              <a:gd name="connsiteX1" fmla="*/ 58925 w 303680"/>
              <a:gd name="connsiteY1" fmla="*/ 950837 h 6018295"/>
              <a:gd name="connsiteX2" fmla="*/ 188304 w 303680"/>
              <a:gd name="connsiteY2" fmla="*/ 795595 h 6018295"/>
              <a:gd name="connsiteX3" fmla="*/ 303680 w 303680"/>
              <a:gd name="connsiteY3" fmla="*/ 871901 h 6018295"/>
              <a:gd name="connsiteX4" fmla="*/ 286746 w 303680"/>
              <a:gd name="connsiteY4" fmla="*/ 6018295 h 6018295"/>
              <a:gd name="connsiteX0" fmla="*/ 16696 w 267292"/>
              <a:gd name="connsiteY0" fmla="*/ 5517204 h 6018295"/>
              <a:gd name="connsiteX1" fmla="*/ 22537 w 267292"/>
              <a:gd name="connsiteY1" fmla="*/ 950837 h 6018295"/>
              <a:gd name="connsiteX2" fmla="*/ 151916 w 267292"/>
              <a:gd name="connsiteY2" fmla="*/ 795595 h 6018295"/>
              <a:gd name="connsiteX3" fmla="*/ 267292 w 267292"/>
              <a:gd name="connsiteY3" fmla="*/ 871901 h 6018295"/>
              <a:gd name="connsiteX4" fmla="*/ 250358 w 267292"/>
              <a:gd name="connsiteY4" fmla="*/ 6018295 h 6018295"/>
              <a:gd name="connsiteX0" fmla="*/ 16696 w 267292"/>
              <a:gd name="connsiteY0" fmla="*/ 5517204 h 6018295"/>
              <a:gd name="connsiteX1" fmla="*/ 22537 w 267292"/>
              <a:gd name="connsiteY1" fmla="*/ 950837 h 6018295"/>
              <a:gd name="connsiteX2" fmla="*/ 151916 w 267292"/>
              <a:gd name="connsiteY2" fmla="*/ 795595 h 6018295"/>
              <a:gd name="connsiteX3" fmla="*/ 267292 w 267292"/>
              <a:gd name="connsiteY3" fmla="*/ 871901 h 6018295"/>
              <a:gd name="connsiteX4" fmla="*/ 250358 w 267292"/>
              <a:gd name="connsiteY4" fmla="*/ 6018295 h 6018295"/>
              <a:gd name="connsiteX0" fmla="*/ 11098 w 261694"/>
              <a:gd name="connsiteY0" fmla="*/ 5517204 h 6018295"/>
              <a:gd name="connsiteX1" fmla="*/ 16939 w 261694"/>
              <a:gd name="connsiteY1" fmla="*/ 950837 h 6018295"/>
              <a:gd name="connsiteX2" fmla="*/ 146318 w 261694"/>
              <a:gd name="connsiteY2" fmla="*/ 795595 h 6018295"/>
              <a:gd name="connsiteX3" fmla="*/ 261694 w 261694"/>
              <a:gd name="connsiteY3" fmla="*/ 871901 h 6018295"/>
              <a:gd name="connsiteX4" fmla="*/ 244760 w 261694"/>
              <a:gd name="connsiteY4" fmla="*/ 6018295 h 6018295"/>
              <a:gd name="connsiteX0" fmla="*/ 11098 w 267554"/>
              <a:gd name="connsiteY0" fmla="*/ 5517204 h 6018295"/>
              <a:gd name="connsiteX1" fmla="*/ 16939 w 267554"/>
              <a:gd name="connsiteY1" fmla="*/ 950837 h 6018295"/>
              <a:gd name="connsiteX2" fmla="*/ 146318 w 267554"/>
              <a:gd name="connsiteY2" fmla="*/ 795595 h 6018295"/>
              <a:gd name="connsiteX3" fmla="*/ 261694 w 267554"/>
              <a:gd name="connsiteY3" fmla="*/ 871901 h 6018295"/>
              <a:gd name="connsiteX4" fmla="*/ 244760 w 267554"/>
              <a:gd name="connsiteY4" fmla="*/ 6018295 h 6018295"/>
              <a:gd name="connsiteX0" fmla="*/ 14720 w 271176"/>
              <a:gd name="connsiteY0" fmla="*/ 4734765 h 5235856"/>
              <a:gd name="connsiteX1" fmla="*/ 20561 w 271176"/>
              <a:gd name="connsiteY1" fmla="*/ 168398 h 5235856"/>
              <a:gd name="connsiteX2" fmla="*/ 149940 w 271176"/>
              <a:gd name="connsiteY2" fmla="*/ 13156 h 5235856"/>
              <a:gd name="connsiteX3" fmla="*/ 265316 w 271176"/>
              <a:gd name="connsiteY3" fmla="*/ 89462 h 5235856"/>
              <a:gd name="connsiteX4" fmla="*/ 248382 w 271176"/>
              <a:gd name="connsiteY4" fmla="*/ 5235856 h 5235856"/>
              <a:gd name="connsiteX0" fmla="*/ 14720 w 271176"/>
              <a:gd name="connsiteY0" fmla="*/ 4734765 h 5235856"/>
              <a:gd name="connsiteX1" fmla="*/ 20561 w 271176"/>
              <a:gd name="connsiteY1" fmla="*/ 168398 h 5235856"/>
              <a:gd name="connsiteX2" fmla="*/ 149940 w 271176"/>
              <a:gd name="connsiteY2" fmla="*/ 13156 h 5235856"/>
              <a:gd name="connsiteX3" fmla="*/ 265316 w 271176"/>
              <a:gd name="connsiteY3" fmla="*/ 89462 h 5235856"/>
              <a:gd name="connsiteX4" fmla="*/ 248382 w 271176"/>
              <a:gd name="connsiteY4" fmla="*/ 5235856 h 5235856"/>
              <a:gd name="connsiteX0" fmla="*/ 14720 w 271176"/>
              <a:gd name="connsiteY0" fmla="*/ 4734765 h 5235856"/>
              <a:gd name="connsiteX1" fmla="*/ 20561 w 271176"/>
              <a:gd name="connsiteY1" fmla="*/ 168398 h 5235856"/>
              <a:gd name="connsiteX2" fmla="*/ 149940 w 271176"/>
              <a:gd name="connsiteY2" fmla="*/ 13156 h 5235856"/>
              <a:gd name="connsiteX3" fmla="*/ 265316 w 271176"/>
              <a:gd name="connsiteY3" fmla="*/ 89462 h 5235856"/>
              <a:gd name="connsiteX4" fmla="*/ 248382 w 271176"/>
              <a:gd name="connsiteY4" fmla="*/ 5235856 h 5235856"/>
              <a:gd name="connsiteX0" fmla="*/ 14720 w 300269"/>
              <a:gd name="connsiteY0" fmla="*/ 4793681 h 5294772"/>
              <a:gd name="connsiteX1" fmla="*/ 20561 w 300269"/>
              <a:gd name="connsiteY1" fmla="*/ 227314 h 5294772"/>
              <a:gd name="connsiteX2" fmla="*/ 149940 w 300269"/>
              <a:gd name="connsiteY2" fmla="*/ 72072 h 5294772"/>
              <a:gd name="connsiteX3" fmla="*/ 265316 w 300269"/>
              <a:gd name="connsiteY3" fmla="*/ 148378 h 5294772"/>
              <a:gd name="connsiteX4" fmla="*/ 248382 w 300269"/>
              <a:gd name="connsiteY4" fmla="*/ 5294772 h 5294772"/>
              <a:gd name="connsiteX0" fmla="*/ 14720 w 300269"/>
              <a:gd name="connsiteY0" fmla="*/ 4793681 h 5294772"/>
              <a:gd name="connsiteX1" fmla="*/ 20561 w 300269"/>
              <a:gd name="connsiteY1" fmla="*/ 227314 h 5294772"/>
              <a:gd name="connsiteX2" fmla="*/ 149940 w 300269"/>
              <a:gd name="connsiteY2" fmla="*/ 72072 h 5294772"/>
              <a:gd name="connsiteX3" fmla="*/ 265316 w 300269"/>
              <a:gd name="connsiteY3" fmla="*/ 148378 h 5294772"/>
              <a:gd name="connsiteX4" fmla="*/ 248382 w 300269"/>
              <a:gd name="connsiteY4" fmla="*/ 5294772 h 5294772"/>
              <a:gd name="connsiteX0" fmla="*/ 11098 w 296647"/>
              <a:gd name="connsiteY0" fmla="*/ 4793681 h 5294772"/>
              <a:gd name="connsiteX1" fmla="*/ 16939 w 296647"/>
              <a:gd name="connsiteY1" fmla="*/ 227314 h 5294772"/>
              <a:gd name="connsiteX2" fmla="*/ 146318 w 296647"/>
              <a:gd name="connsiteY2" fmla="*/ 72072 h 5294772"/>
              <a:gd name="connsiteX3" fmla="*/ 261694 w 296647"/>
              <a:gd name="connsiteY3" fmla="*/ 148378 h 5294772"/>
              <a:gd name="connsiteX4" fmla="*/ 244760 w 296647"/>
              <a:gd name="connsiteY4" fmla="*/ 5294772 h 5294772"/>
              <a:gd name="connsiteX0" fmla="*/ 11098 w 296647"/>
              <a:gd name="connsiteY0" fmla="*/ 4793681 h 5294772"/>
              <a:gd name="connsiteX1" fmla="*/ 16939 w 296647"/>
              <a:gd name="connsiteY1" fmla="*/ 227314 h 5294772"/>
              <a:gd name="connsiteX2" fmla="*/ 146318 w 296647"/>
              <a:gd name="connsiteY2" fmla="*/ 72072 h 5294772"/>
              <a:gd name="connsiteX3" fmla="*/ 261694 w 296647"/>
              <a:gd name="connsiteY3" fmla="*/ 148378 h 5294772"/>
              <a:gd name="connsiteX4" fmla="*/ 244760 w 296647"/>
              <a:gd name="connsiteY4" fmla="*/ 5294772 h 5294772"/>
              <a:gd name="connsiteX0" fmla="*/ 11098 w 261694"/>
              <a:gd name="connsiteY0" fmla="*/ 4721609 h 5222700"/>
              <a:gd name="connsiteX1" fmla="*/ 16939 w 261694"/>
              <a:gd name="connsiteY1" fmla="*/ 155242 h 5222700"/>
              <a:gd name="connsiteX2" fmla="*/ 146318 w 261694"/>
              <a:gd name="connsiteY2" fmla="*/ 0 h 5222700"/>
              <a:gd name="connsiteX3" fmla="*/ 261694 w 261694"/>
              <a:gd name="connsiteY3" fmla="*/ 76306 h 5222700"/>
              <a:gd name="connsiteX4" fmla="*/ 244760 w 261694"/>
              <a:gd name="connsiteY4" fmla="*/ 5222700 h 5222700"/>
              <a:gd name="connsiteX0" fmla="*/ 11098 w 261694"/>
              <a:gd name="connsiteY0" fmla="*/ 5489879 h 5990970"/>
              <a:gd name="connsiteX1" fmla="*/ 16939 w 261694"/>
              <a:gd name="connsiteY1" fmla="*/ 923512 h 5990970"/>
              <a:gd name="connsiteX2" fmla="*/ 261694 w 261694"/>
              <a:gd name="connsiteY2" fmla="*/ 844576 h 5990970"/>
              <a:gd name="connsiteX3" fmla="*/ 244760 w 261694"/>
              <a:gd name="connsiteY3" fmla="*/ 5990970 h 5990970"/>
              <a:gd name="connsiteX0" fmla="*/ 11098 w 261694"/>
              <a:gd name="connsiteY0" fmla="*/ 5340584 h 5841675"/>
              <a:gd name="connsiteX1" fmla="*/ 16939 w 261694"/>
              <a:gd name="connsiteY1" fmla="*/ 774217 h 5841675"/>
              <a:gd name="connsiteX2" fmla="*/ 261694 w 261694"/>
              <a:gd name="connsiteY2" fmla="*/ 695281 h 5841675"/>
              <a:gd name="connsiteX3" fmla="*/ 244760 w 261694"/>
              <a:gd name="connsiteY3" fmla="*/ 5841675 h 5841675"/>
              <a:gd name="connsiteX0" fmla="*/ 11098 w 261694"/>
              <a:gd name="connsiteY0" fmla="*/ 4645303 h 5146394"/>
              <a:gd name="connsiteX1" fmla="*/ 16939 w 261694"/>
              <a:gd name="connsiteY1" fmla="*/ 78936 h 5146394"/>
              <a:gd name="connsiteX2" fmla="*/ 261694 w 261694"/>
              <a:gd name="connsiteY2" fmla="*/ 0 h 5146394"/>
              <a:gd name="connsiteX3" fmla="*/ 244760 w 261694"/>
              <a:gd name="connsiteY3" fmla="*/ 5146394 h 514639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61694" h="5146394">
                <a:moveTo>
                  <a:pt x="11098" y="4645303"/>
                </a:moveTo>
                <a:cubicBezTo>
                  <a:pt x="12071" y="3884242"/>
                  <a:pt x="0" y="863376"/>
                  <a:pt x="16939" y="78936"/>
                </a:cubicBezTo>
                <a:cubicBezTo>
                  <a:pt x="108409" y="43851"/>
                  <a:pt x="143744" y="42053"/>
                  <a:pt x="261694" y="0"/>
                </a:cubicBezTo>
                <a:cubicBezTo>
                  <a:pt x="256049" y="1715465"/>
                  <a:pt x="250405" y="3430929"/>
                  <a:pt x="244760" y="5146394"/>
                </a:cubicBezTo>
              </a:path>
            </a:pathLst>
          </a:custGeom>
          <a:gradFill flip="none" rotWithShape="1">
            <a:gsLst>
              <a:gs pos="32000">
                <a:srgbClr val="0F8AB1"/>
              </a:gs>
              <a:gs pos="70000">
                <a:srgbClr val="1E4B70"/>
              </a:gs>
            </a:gsLst>
            <a:path path="circle">
              <a:fillToRect r="100000" b="100000"/>
            </a:path>
            <a:tileRect l="-100000" t="-100000"/>
          </a:gra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>
              <a:defRPr/>
            </a:pPr>
            <a:endParaRPr lang="zh-TW" altLang="en-US" sz="1800">
              <a:solidFill>
                <a:prstClr val="black"/>
              </a:solidFill>
              <a:ea typeface="微軟正黑體" pitchFamily="34" charset="-120"/>
              <a:cs typeface="新細明體" pitchFamily="-65" charset="-120"/>
            </a:endParaRPr>
          </a:p>
        </p:txBody>
      </p:sp>
      <p:grpSp>
        <p:nvGrpSpPr>
          <p:cNvPr id="6" name="Group 17"/>
          <p:cNvGrpSpPr>
            <a:grpSpLocks noChangeAspect="1"/>
          </p:cNvGrpSpPr>
          <p:nvPr userDrawn="1"/>
        </p:nvGrpSpPr>
        <p:grpSpPr bwMode="auto">
          <a:xfrm>
            <a:off x="134938" y="4695827"/>
            <a:ext cx="307975" cy="404813"/>
            <a:chOff x="113" y="3550"/>
            <a:chExt cx="363" cy="636"/>
          </a:xfrm>
        </p:grpSpPr>
        <p:pic>
          <p:nvPicPr>
            <p:cNvPr id="7" name="Picture 18"/>
            <p:cNvPicPr>
              <a:picLocks noChangeAspect="1" noChangeArrowheads="1"/>
            </p:cNvPicPr>
            <p:nvPr userDrawn="1"/>
          </p:nvPicPr>
          <p:blipFill>
            <a:blip r:embed="rId2" cstate="print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</a:blip>
            <a:srcRect/>
            <a:stretch>
              <a:fillRect/>
            </a:stretch>
          </p:blipFill>
          <p:spPr bwMode="auto">
            <a:xfrm>
              <a:off x="113" y="3796"/>
              <a:ext cx="363" cy="39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pic>
          <p:nvPicPr>
            <p:cNvPr id="8" name="Picture 19"/>
            <p:cNvPicPr>
              <a:picLocks noChangeAspect="1" noChangeArrowheads="1"/>
            </p:cNvPicPr>
            <p:nvPr userDrawn="1"/>
          </p:nvPicPr>
          <p:blipFill>
            <a:blip r:embed="rId3" cstate="print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</a:blip>
            <a:srcRect/>
            <a:stretch>
              <a:fillRect/>
            </a:stretch>
          </p:blipFill>
          <p:spPr bwMode="auto">
            <a:xfrm>
              <a:off x="169" y="3550"/>
              <a:ext cx="256" cy="239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</p:grpSp>
      <p:sp>
        <p:nvSpPr>
          <p:cNvPr id="10" name="Text Box 18"/>
          <p:cNvSpPr txBox="1">
            <a:spLocks noChangeArrowheads="1"/>
          </p:cNvSpPr>
          <p:nvPr userDrawn="1"/>
        </p:nvSpPr>
        <p:spPr bwMode="auto">
          <a:xfrm>
            <a:off x="6642100" y="4976813"/>
            <a:ext cx="2389188" cy="21544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algn="r" eaLnBrk="0" hangingPunct="0">
              <a:spcBef>
                <a:spcPct val="50000"/>
              </a:spcBef>
              <a:defRPr/>
            </a:pPr>
            <a:r>
              <a:rPr lang="en-US" altLang="zh-TW" sz="800" dirty="0">
                <a:solidFill>
                  <a:srgbClr val="D9D9D9"/>
                </a:solidFill>
                <a:ea typeface="微軟正黑體" pitchFamily="34" charset="-120"/>
              </a:rPr>
              <a:t>Only for </a:t>
            </a:r>
            <a:r>
              <a:rPr lang="en-US" altLang="zh-TW" sz="800" dirty="0" err="1">
                <a:solidFill>
                  <a:srgbClr val="D9D9D9"/>
                </a:solidFill>
                <a:ea typeface="微軟正黑體" pitchFamily="34" charset="-120"/>
              </a:rPr>
              <a:t>eABC</a:t>
            </a:r>
            <a:r>
              <a:rPr lang="en-US" altLang="zh-TW" sz="800" dirty="0">
                <a:solidFill>
                  <a:srgbClr val="D9D9D9"/>
                </a:solidFill>
                <a:ea typeface="微軟正黑體" pitchFamily="34" charset="-120"/>
              </a:rPr>
              <a:t>, ABC, APC</a:t>
            </a:r>
          </a:p>
        </p:txBody>
      </p:sp>
      <p:sp>
        <p:nvSpPr>
          <p:cNvPr id="9" name="內容版面配置區 16"/>
          <p:cNvSpPr>
            <a:spLocks noGrp="1"/>
          </p:cNvSpPr>
          <p:nvPr>
            <p:ph sz="quarter" idx="22"/>
          </p:nvPr>
        </p:nvSpPr>
        <p:spPr>
          <a:xfrm>
            <a:off x="1871700" y="1469762"/>
            <a:ext cx="7920880" cy="2686798"/>
          </a:xfrm>
        </p:spPr>
        <p:txBody>
          <a:bodyPr/>
          <a:lstStyle>
            <a:lvl1pPr>
              <a:buNone/>
              <a:defRPr sz="2000" b="1">
                <a:solidFill>
                  <a:schemeClr val="tx1">
                    <a:lumMod val="75000"/>
                    <a:lumOff val="25000"/>
                  </a:schemeClr>
                </a:solidFill>
                <a:latin typeface="Gill Sans MT" pitchFamily="34" charset="0"/>
                <a:ea typeface="微軟正黑體" pitchFamily="34" charset="-120"/>
              </a:defRPr>
            </a:lvl1pPr>
            <a:lvl2pPr>
              <a:defRPr baseline="0">
                <a:solidFill>
                  <a:srgbClr val="333333"/>
                </a:solidFill>
                <a:latin typeface="Gill Sans MT" pitchFamily="34" charset="0"/>
                <a:ea typeface="微軟正黑體" pitchFamily="34" charset="-120"/>
              </a:defRPr>
            </a:lvl2pPr>
            <a:lvl3pPr>
              <a:defRPr baseline="0">
                <a:solidFill>
                  <a:srgbClr val="333333"/>
                </a:solidFill>
                <a:latin typeface="Gill Sans MT" pitchFamily="34" charset="0"/>
                <a:ea typeface="微軟正黑體" pitchFamily="34" charset="-120"/>
              </a:defRPr>
            </a:lvl3pPr>
          </a:lstStyle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</p:txBody>
      </p:sp>
      <p:sp>
        <p:nvSpPr>
          <p:cNvPr id="11" name="投影片編號版面配置區 3"/>
          <p:cNvSpPr>
            <a:spLocks noGrp="1"/>
          </p:cNvSpPr>
          <p:nvPr userDrawn="1">
            <p:ph type="sldNum" sz="quarter" idx="23"/>
          </p:nvPr>
        </p:nvSpPr>
        <p:spPr>
          <a:xfrm>
            <a:off x="179389" y="4818065"/>
            <a:ext cx="8442325" cy="325437"/>
          </a:xfrm>
        </p:spPr>
        <p:txBody>
          <a:bodyPr/>
          <a:lstStyle>
            <a:lvl1pPr algn="r" eaLnBrk="1" hangingPunct="1">
              <a:defRPr sz="1050">
                <a:solidFill>
                  <a:srgbClr val="0083A2"/>
                </a:solidFill>
                <a:latin typeface="Gill Sans MT" pitchFamily="34" charset="0"/>
                <a:ea typeface="微軟正黑體" pitchFamily="34" charset="-120"/>
              </a:defRPr>
            </a:lvl1pPr>
          </a:lstStyle>
          <a:p>
            <a:pPr>
              <a:defRPr/>
            </a:pPr>
            <a:fld id="{C022A376-6806-4467-87CA-DD749ACC1A38}" type="slidenum">
              <a:rPr lang="zh-TW" altLang="en-US"/>
              <a:pPr>
                <a:defRPr/>
              </a:pPr>
              <a:t>‹#›</a:t>
            </a:fld>
            <a:endParaRPr lang="zh-TW" altLang="en-US" dirty="0"/>
          </a:p>
        </p:txBody>
      </p:sp>
    </p:spTree>
  </p:cSld>
  <p:clrMapOvr>
    <a:masterClrMapping/>
  </p:clrMapOvr>
  <p:transition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分隔頁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字方塊 3"/>
          <p:cNvSpPr txBox="1">
            <a:spLocks noChangeArrowheads="1"/>
          </p:cNvSpPr>
          <p:nvPr userDrawn="1"/>
        </p:nvSpPr>
        <p:spPr bwMode="auto">
          <a:xfrm>
            <a:off x="395288" y="4983165"/>
            <a:ext cx="3429000" cy="1603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72000" rIns="72000" anchor="b"/>
          <a:lstStyle/>
          <a:p>
            <a:pPr>
              <a:lnSpc>
                <a:spcPct val="80000"/>
              </a:lnSpc>
              <a:defRPr/>
            </a:pPr>
            <a:r>
              <a:rPr kumimoji="0" lang="en-US" altLang="zh-TW" sz="500" dirty="0">
                <a:solidFill>
                  <a:srgbClr val="D9D9D9"/>
                </a:solidFill>
                <a:ea typeface="微軟正黑體" pitchFamily="34" charset="-120"/>
                <a:cs typeface="Times New Roman" pitchFamily="18" charset="0"/>
                <a:sym typeface="Symbol" pitchFamily="18" charset="2"/>
              </a:rPr>
              <a:t></a:t>
            </a:r>
            <a:r>
              <a:rPr kumimoji="0" lang="en-US" altLang="zh-TW" sz="500" dirty="0">
                <a:solidFill>
                  <a:srgbClr val="D9D9D9"/>
                </a:solidFill>
                <a:ea typeface="微軟正黑體" pitchFamily="34" charset="-120"/>
              </a:rPr>
              <a:t>2019 AU </a:t>
            </a:r>
            <a:r>
              <a:rPr kumimoji="0" lang="en-US" altLang="zh-TW" sz="500" dirty="0" err="1">
                <a:solidFill>
                  <a:srgbClr val="D9D9D9"/>
                </a:solidFill>
                <a:ea typeface="微軟正黑體" pitchFamily="34" charset="-120"/>
              </a:rPr>
              <a:t>Optronics</a:t>
            </a:r>
            <a:r>
              <a:rPr kumimoji="0" lang="en-US" altLang="zh-TW" sz="500" dirty="0">
                <a:solidFill>
                  <a:srgbClr val="D9D9D9"/>
                </a:solidFill>
                <a:ea typeface="微軟正黑體" pitchFamily="34" charset="-120"/>
              </a:rPr>
              <a:t> Corporation</a:t>
            </a:r>
            <a:endParaRPr kumimoji="0" lang="zh-TW" altLang="en-US" sz="500" dirty="0">
              <a:solidFill>
                <a:srgbClr val="D9D9D9"/>
              </a:solidFill>
              <a:ea typeface="微軟正黑體" pitchFamily="34" charset="-120"/>
            </a:endParaRPr>
          </a:p>
        </p:txBody>
      </p:sp>
      <p:sp>
        <p:nvSpPr>
          <p:cNvPr id="5" name="手繪多邊形 4"/>
          <p:cNvSpPr/>
          <p:nvPr userDrawn="1"/>
        </p:nvSpPr>
        <p:spPr>
          <a:xfrm rot="10800000" flipH="1">
            <a:off x="-4763" y="0"/>
            <a:ext cx="4827588" cy="5156200"/>
          </a:xfrm>
          <a:custGeom>
            <a:avLst/>
            <a:gdLst>
              <a:gd name="connsiteX0" fmla="*/ 0 w 5143500"/>
              <a:gd name="connsiteY0" fmla="*/ 5143500 h 5143500"/>
              <a:gd name="connsiteX1" fmla="*/ 0 w 5143500"/>
              <a:gd name="connsiteY1" fmla="*/ 0 h 5143500"/>
              <a:gd name="connsiteX2" fmla="*/ 5143500 w 5143500"/>
              <a:gd name="connsiteY2" fmla="*/ 5143500 h 5143500"/>
              <a:gd name="connsiteX3" fmla="*/ 0 w 5143500"/>
              <a:gd name="connsiteY3" fmla="*/ 5143500 h 5143500"/>
              <a:gd name="connsiteX0" fmla="*/ 0 w 5143500"/>
              <a:gd name="connsiteY0" fmla="*/ 5143500 h 5143500"/>
              <a:gd name="connsiteX1" fmla="*/ 0 w 5143500"/>
              <a:gd name="connsiteY1" fmla="*/ 0 h 5143500"/>
              <a:gd name="connsiteX2" fmla="*/ 1628775 w 5143500"/>
              <a:gd name="connsiteY2" fmla="*/ 1619250 h 5143500"/>
              <a:gd name="connsiteX3" fmla="*/ 5143500 w 5143500"/>
              <a:gd name="connsiteY3" fmla="*/ 5143500 h 5143500"/>
              <a:gd name="connsiteX4" fmla="*/ 0 w 5143500"/>
              <a:gd name="connsiteY4" fmla="*/ 5143500 h 5143500"/>
              <a:gd name="connsiteX0" fmla="*/ 0 w 5143500"/>
              <a:gd name="connsiteY0" fmla="*/ 5143500 h 5143500"/>
              <a:gd name="connsiteX1" fmla="*/ 0 w 5143500"/>
              <a:gd name="connsiteY1" fmla="*/ 0 h 5143500"/>
              <a:gd name="connsiteX2" fmla="*/ 2726795 w 5143500"/>
              <a:gd name="connsiteY2" fmla="*/ 0 h 5143500"/>
              <a:gd name="connsiteX3" fmla="*/ 5143500 w 5143500"/>
              <a:gd name="connsiteY3" fmla="*/ 5143500 h 5143500"/>
              <a:gd name="connsiteX4" fmla="*/ 0 w 5143500"/>
              <a:gd name="connsiteY4" fmla="*/ 5143500 h 5143500"/>
              <a:gd name="connsiteX0" fmla="*/ 0 w 5143500"/>
              <a:gd name="connsiteY0" fmla="*/ 5143500 h 5166077"/>
              <a:gd name="connsiteX1" fmla="*/ 0 w 5143500"/>
              <a:gd name="connsiteY1" fmla="*/ 0 h 5166077"/>
              <a:gd name="connsiteX2" fmla="*/ 2726795 w 5143500"/>
              <a:gd name="connsiteY2" fmla="*/ 0 h 5166077"/>
              <a:gd name="connsiteX3" fmla="*/ 5143500 w 5143500"/>
              <a:gd name="connsiteY3" fmla="*/ 5143500 h 5166077"/>
              <a:gd name="connsiteX4" fmla="*/ 209782 w 5143500"/>
              <a:gd name="connsiteY4" fmla="*/ 5166077 h 5166077"/>
              <a:gd name="connsiteX5" fmla="*/ 0 w 5143500"/>
              <a:gd name="connsiteY5" fmla="*/ 5143500 h 5166077"/>
              <a:gd name="connsiteX0" fmla="*/ 0 w 5143500"/>
              <a:gd name="connsiteY0" fmla="*/ 5143500 h 5166077"/>
              <a:gd name="connsiteX1" fmla="*/ 0 w 5143500"/>
              <a:gd name="connsiteY1" fmla="*/ 0 h 5166077"/>
              <a:gd name="connsiteX2" fmla="*/ 198495 w 5143500"/>
              <a:gd name="connsiteY2" fmla="*/ 18342 h 5166077"/>
              <a:gd name="connsiteX3" fmla="*/ 2726795 w 5143500"/>
              <a:gd name="connsiteY3" fmla="*/ 0 h 5166077"/>
              <a:gd name="connsiteX4" fmla="*/ 5143500 w 5143500"/>
              <a:gd name="connsiteY4" fmla="*/ 5143500 h 5166077"/>
              <a:gd name="connsiteX5" fmla="*/ 209782 w 5143500"/>
              <a:gd name="connsiteY5" fmla="*/ 5166077 h 5166077"/>
              <a:gd name="connsiteX6" fmla="*/ 0 w 5143500"/>
              <a:gd name="connsiteY6" fmla="*/ 5143500 h 5166077"/>
              <a:gd name="connsiteX0" fmla="*/ 0 w 5143500"/>
              <a:gd name="connsiteY0" fmla="*/ 5143500 h 5166077"/>
              <a:gd name="connsiteX1" fmla="*/ 198495 w 5143500"/>
              <a:gd name="connsiteY1" fmla="*/ 18342 h 5166077"/>
              <a:gd name="connsiteX2" fmla="*/ 2726795 w 5143500"/>
              <a:gd name="connsiteY2" fmla="*/ 0 h 5166077"/>
              <a:gd name="connsiteX3" fmla="*/ 5143500 w 5143500"/>
              <a:gd name="connsiteY3" fmla="*/ 5143500 h 5166077"/>
              <a:gd name="connsiteX4" fmla="*/ 209782 w 5143500"/>
              <a:gd name="connsiteY4" fmla="*/ 5166077 h 5166077"/>
              <a:gd name="connsiteX5" fmla="*/ 0 w 5143500"/>
              <a:gd name="connsiteY5" fmla="*/ 5143500 h 5166077"/>
              <a:gd name="connsiteX0" fmla="*/ 11287 w 4945005"/>
              <a:gd name="connsiteY0" fmla="*/ 5166077 h 5166077"/>
              <a:gd name="connsiteX1" fmla="*/ 0 w 4945005"/>
              <a:gd name="connsiteY1" fmla="*/ 18342 h 5166077"/>
              <a:gd name="connsiteX2" fmla="*/ 2528300 w 4945005"/>
              <a:gd name="connsiteY2" fmla="*/ 0 h 5166077"/>
              <a:gd name="connsiteX3" fmla="*/ 4945005 w 4945005"/>
              <a:gd name="connsiteY3" fmla="*/ 5143500 h 5166077"/>
              <a:gd name="connsiteX4" fmla="*/ 11287 w 4945005"/>
              <a:gd name="connsiteY4" fmla="*/ 5166077 h 5166077"/>
              <a:gd name="connsiteX0" fmla="*/ 1329495 w 4945005"/>
              <a:gd name="connsiteY0" fmla="*/ 5153850 h 5153850"/>
              <a:gd name="connsiteX1" fmla="*/ 0 w 4945005"/>
              <a:gd name="connsiteY1" fmla="*/ 18342 h 5153850"/>
              <a:gd name="connsiteX2" fmla="*/ 2528300 w 4945005"/>
              <a:gd name="connsiteY2" fmla="*/ 0 h 5153850"/>
              <a:gd name="connsiteX3" fmla="*/ 4945005 w 4945005"/>
              <a:gd name="connsiteY3" fmla="*/ 5143500 h 5153850"/>
              <a:gd name="connsiteX4" fmla="*/ 1329495 w 4945005"/>
              <a:gd name="connsiteY4" fmla="*/ 5153850 h 5153850"/>
              <a:gd name="connsiteX0" fmla="*/ 3762 w 3619272"/>
              <a:gd name="connsiteY0" fmla="*/ 5153850 h 5153850"/>
              <a:gd name="connsiteX1" fmla="*/ 3762 w 3619272"/>
              <a:gd name="connsiteY1" fmla="*/ 12481 h 5153850"/>
              <a:gd name="connsiteX2" fmla="*/ 1202567 w 3619272"/>
              <a:gd name="connsiteY2" fmla="*/ 0 h 5153850"/>
              <a:gd name="connsiteX3" fmla="*/ 3619272 w 3619272"/>
              <a:gd name="connsiteY3" fmla="*/ 5143500 h 5153850"/>
              <a:gd name="connsiteX4" fmla="*/ 3762 w 3619272"/>
              <a:gd name="connsiteY4" fmla="*/ 5153850 h 51538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619272" h="5153850">
                <a:moveTo>
                  <a:pt x="3762" y="5153850"/>
                </a:moveTo>
                <a:cubicBezTo>
                  <a:pt x="0" y="3437938"/>
                  <a:pt x="7524" y="1728393"/>
                  <a:pt x="3762" y="12481"/>
                </a:cubicBezTo>
                <a:lnTo>
                  <a:pt x="1202567" y="0"/>
                </a:lnTo>
                <a:lnTo>
                  <a:pt x="3619272" y="5143500"/>
                </a:lnTo>
                <a:lnTo>
                  <a:pt x="3762" y="5153850"/>
                </a:lnTo>
                <a:close/>
              </a:path>
            </a:pathLst>
          </a:custGeom>
          <a:solidFill>
            <a:schemeClr val="tx1">
              <a:alpha val="8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0" hangingPunct="0">
              <a:defRPr/>
            </a:pPr>
            <a:endParaRPr lang="zh-TW" altLang="en-US">
              <a:solidFill>
                <a:prstClr val="white"/>
              </a:solidFill>
            </a:endParaRPr>
          </a:p>
        </p:txBody>
      </p:sp>
      <p:sp>
        <p:nvSpPr>
          <p:cNvPr id="6" name="手繪多邊形 5"/>
          <p:cNvSpPr/>
          <p:nvPr userDrawn="1"/>
        </p:nvSpPr>
        <p:spPr>
          <a:xfrm rot="1500000">
            <a:off x="2593891" y="-351477"/>
            <a:ext cx="304758" cy="5879206"/>
          </a:xfrm>
          <a:custGeom>
            <a:avLst/>
            <a:gdLst>
              <a:gd name="connsiteX0" fmla="*/ 0 w 225024"/>
              <a:gd name="connsiteY0" fmla="*/ 0 h 5940000"/>
              <a:gd name="connsiteX1" fmla="*/ 225024 w 225024"/>
              <a:gd name="connsiteY1" fmla="*/ 0 h 5940000"/>
              <a:gd name="connsiteX2" fmla="*/ 225024 w 225024"/>
              <a:gd name="connsiteY2" fmla="*/ 5940000 h 5940000"/>
              <a:gd name="connsiteX3" fmla="*/ 0 w 225024"/>
              <a:gd name="connsiteY3" fmla="*/ 5940000 h 5940000"/>
              <a:gd name="connsiteX4" fmla="*/ 0 w 225024"/>
              <a:gd name="connsiteY4" fmla="*/ 0 h 5940000"/>
              <a:gd name="connsiteX0" fmla="*/ 9369 w 234393"/>
              <a:gd name="connsiteY0" fmla="*/ 0 h 5940000"/>
              <a:gd name="connsiteX1" fmla="*/ 234393 w 234393"/>
              <a:gd name="connsiteY1" fmla="*/ 0 h 5940000"/>
              <a:gd name="connsiteX2" fmla="*/ 234393 w 234393"/>
              <a:gd name="connsiteY2" fmla="*/ 5940000 h 5940000"/>
              <a:gd name="connsiteX3" fmla="*/ 9369 w 234393"/>
              <a:gd name="connsiteY3" fmla="*/ 5940000 h 5940000"/>
              <a:gd name="connsiteX4" fmla="*/ 0 w 234393"/>
              <a:gd name="connsiteY4" fmla="*/ 159259 h 5940000"/>
              <a:gd name="connsiteX5" fmla="*/ 9369 w 234393"/>
              <a:gd name="connsiteY5" fmla="*/ 0 h 5940000"/>
              <a:gd name="connsiteX0" fmla="*/ 9369 w 234393"/>
              <a:gd name="connsiteY0" fmla="*/ 0 h 5940000"/>
              <a:gd name="connsiteX1" fmla="*/ 234393 w 234393"/>
              <a:gd name="connsiteY1" fmla="*/ 0 h 5940000"/>
              <a:gd name="connsiteX2" fmla="*/ 228474 w 234393"/>
              <a:gd name="connsiteY2" fmla="*/ 63230 h 5940000"/>
              <a:gd name="connsiteX3" fmla="*/ 234393 w 234393"/>
              <a:gd name="connsiteY3" fmla="*/ 5940000 h 5940000"/>
              <a:gd name="connsiteX4" fmla="*/ 9369 w 234393"/>
              <a:gd name="connsiteY4" fmla="*/ 5940000 h 5940000"/>
              <a:gd name="connsiteX5" fmla="*/ 0 w 234393"/>
              <a:gd name="connsiteY5" fmla="*/ 159259 h 5940000"/>
              <a:gd name="connsiteX6" fmla="*/ 9369 w 234393"/>
              <a:gd name="connsiteY6" fmla="*/ 0 h 5940000"/>
              <a:gd name="connsiteX0" fmla="*/ 9369 w 234393"/>
              <a:gd name="connsiteY0" fmla="*/ 0 h 5940000"/>
              <a:gd name="connsiteX1" fmla="*/ 228474 w 234393"/>
              <a:gd name="connsiteY1" fmla="*/ 63230 h 5940000"/>
              <a:gd name="connsiteX2" fmla="*/ 234393 w 234393"/>
              <a:gd name="connsiteY2" fmla="*/ 5940000 h 5940000"/>
              <a:gd name="connsiteX3" fmla="*/ 9369 w 234393"/>
              <a:gd name="connsiteY3" fmla="*/ 5940000 h 5940000"/>
              <a:gd name="connsiteX4" fmla="*/ 0 w 234393"/>
              <a:gd name="connsiteY4" fmla="*/ 159259 h 5940000"/>
              <a:gd name="connsiteX5" fmla="*/ 9369 w 234393"/>
              <a:gd name="connsiteY5" fmla="*/ 0 h 5940000"/>
              <a:gd name="connsiteX0" fmla="*/ 0 w 234393"/>
              <a:gd name="connsiteY0" fmla="*/ 96029 h 5876770"/>
              <a:gd name="connsiteX1" fmla="*/ 228474 w 234393"/>
              <a:gd name="connsiteY1" fmla="*/ 0 h 5876770"/>
              <a:gd name="connsiteX2" fmla="*/ 234393 w 234393"/>
              <a:gd name="connsiteY2" fmla="*/ 5876770 h 5876770"/>
              <a:gd name="connsiteX3" fmla="*/ 9369 w 234393"/>
              <a:gd name="connsiteY3" fmla="*/ 5876770 h 5876770"/>
              <a:gd name="connsiteX4" fmla="*/ 0 w 234393"/>
              <a:gd name="connsiteY4" fmla="*/ 96029 h 5876770"/>
              <a:gd name="connsiteX0" fmla="*/ 0 w 234393"/>
              <a:gd name="connsiteY0" fmla="*/ 96029 h 5876770"/>
              <a:gd name="connsiteX1" fmla="*/ 228474 w 234393"/>
              <a:gd name="connsiteY1" fmla="*/ 0 h 5876770"/>
              <a:gd name="connsiteX2" fmla="*/ 219866 w 234393"/>
              <a:gd name="connsiteY2" fmla="*/ 5773826 h 5876770"/>
              <a:gd name="connsiteX3" fmla="*/ 234393 w 234393"/>
              <a:gd name="connsiteY3" fmla="*/ 5876770 h 5876770"/>
              <a:gd name="connsiteX4" fmla="*/ 9369 w 234393"/>
              <a:gd name="connsiteY4" fmla="*/ 5876770 h 5876770"/>
              <a:gd name="connsiteX5" fmla="*/ 0 w 234393"/>
              <a:gd name="connsiteY5" fmla="*/ 96029 h 5876770"/>
              <a:gd name="connsiteX0" fmla="*/ 0 w 228474"/>
              <a:gd name="connsiteY0" fmla="*/ 96029 h 5876770"/>
              <a:gd name="connsiteX1" fmla="*/ 228474 w 228474"/>
              <a:gd name="connsiteY1" fmla="*/ 0 h 5876770"/>
              <a:gd name="connsiteX2" fmla="*/ 219866 w 228474"/>
              <a:gd name="connsiteY2" fmla="*/ 5773826 h 5876770"/>
              <a:gd name="connsiteX3" fmla="*/ 9369 w 228474"/>
              <a:gd name="connsiteY3" fmla="*/ 5876770 h 5876770"/>
              <a:gd name="connsiteX4" fmla="*/ 0 w 228474"/>
              <a:gd name="connsiteY4" fmla="*/ 96029 h 587677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28474" h="5876770">
                <a:moveTo>
                  <a:pt x="0" y="96029"/>
                </a:moveTo>
                <a:lnTo>
                  <a:pt x="228474" y="0"/>
                </a:lnTo>
                <a:cubicBezTo>
                  <a:pt x="225605" y="1924609"/>
                  <a:pt x="222735" y="3849217"/>
                  <a:pt x="219866" y="5773826"/>
                </a:cubicBezTo>
                <a:lnTo>
                  <a:pt x="9369" y="5876770"/>
                </a:lnTo>
                <a:lnTo>
                  <a:pt x="0" y="96029"/>
                </a:lnTo>
                <a:close/>
              </a:path>
            </a:pathLst>
          </a:custGeom>
          <a:gradFill flip="none" rotWithShape="1">
            <a:gsLst>
              <a:gs pos="32000">
                <a:srgbClr val="0F8AB1"/>
              </a:gs>
              <a:gs pos="70000">
                <a:srgbClr val="1E4B70"/>
              </a:gs>
            </a:gsLst>
            <a:path path="circle">
              <a:fillToRect r="100000" b="100000"/>
            </a:path>
            <a:tileRect l="-100000" t="-100000"/>
          </a:gra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>
              <a:defRPr/>
            </a:pPr>
            <a:endParaRPr lang="zh-TW" altLang="en-US" sz="1800">
              <a:solidFill>
                <a:prstClr val="black"/>
              </a:solidFill>
              <a:ea typeface="微軟正黑體" pitchFamily="34" charset="-120"/>
              <a:cs typeface="新細明體" pitchFamily="-65" charset="-120"/>
            </a:endParaRPr>
          </a:p>
        </p:txBody>
      </p:sp>
      <p:grpSp>
        <p:nvGrpSpPr>
          <p:cNvPr id="7" name="Group 17"/>
          <p:cNvGrpSpPr>
            <a:grpSpLocks noChangeAspect="1"/>
          </p:cNvGrpSpPr>
          <p:nvPr userDrawn="1"/>
        </p:nvGrpSpPr>
        <p:grpSpPr bwMode="auto">
          <a:xfrm>
            <a:off x="134938" y="4695827"/>
            <a:ext cx="307975" cy="404813"/>
            <a:chOff x="113" y="3550"/>
            <a:chExt cx="363" cy="636"/>
          </a:xfrm>
        </p:grpSpPr>
        <p:pic>
          <p:nvPicPr>
            <p:cNvPr id="8" name="Picture 18"/>
            <p:cNvPicPr>
              <a:picLocks noChangeAspect="1" noChangeArrowheads="1"/>
            </p:cNvPicPr>
            <p:nvPr userDrawn="1"/>
          </p:nvPicPr>
          <p:blipFill>
            <a:blip r:embed="rId2" cstate="print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</a:blip>
            <a:srcRect/>
            <a:stretch>
              <a:fillRect/>
            </a:stretch>
          </p:blipFill>
          <p:spPr bwMode="auto">
            <a:xfrm>
              <a:off x="113" y="3796"/>
              <a:ext cx="363" cy="39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pic>
          <p:nvPicPr>
            <p:cNvPr id="9" name="Picture 19"/>
            <p:cNvPicPr>
              <a:picLocks noChangeAspect="1" noChangeArrowheads="1"/>
            </p:cNvPicPr>
            <p:nvPr userDrawn="1"/>
          </p:nvPicPr>
          <p:blipFill>
            <a:blip r:embed="rId3" cstate="print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</a:blip>
            <a:srcRect/>
            <a:stretch>
              <a:fillRect/>
            </a:stretch>
          </p:blipFill>
          <p:spPr bwMode="auto">
            <a:xfrm>
              <a:off x="169" y="3550"/>
              <a:ext cx="256" cy="239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</p:grpSp>
      <p:sp>
        <p:nvSpPr>
          <p:cNvPr id="12" name="Text Box 18"/>
          <p:cNvSpPr txBox="1">
            <a:spLocks noChangeArrowheads="1"/>
          </p:cNvSpPr>
          <p:nvPr userDrawn="1"/>
        </p:nvSpPr>
        <p:spPr bwMode="auto">
          <a:xfrm>
            <a:off x="6642100" y="4976813"/>
            <a:ext cx="2389188" cy="21544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algn="r" eaLnBrk="0" hangingPunct="0">
              <a:spcBef>
                <a:spcPct val="50000"/>
              </a:spcBef>
              <a:defRPr/>
            </a:pPr>
            <a:r>
              <a:rPr lang="en-US" altLang="zh-TW" sz="800" dirty="0">
                <a:solidFill>
                  <a:srgbClr val="D9D9D9"/>
                </a:solidFill>
                <a:ea typeface="微軟正黑體" pitchFamily="34" charset="-120"/>
              </a:rPr>
              <a:t>Only for </a:t>
            </a:r>
            <a:r>
              <a:rPr lang="en-US" altLang="zh-TW" sz="800" dirty="0" err="1">
                <a:solidFill>
                  <a:srgbClr val="D9D9D9"/>
                </a:solidFill>
                <a:ea typeface="微軟正黑體" pitchFamily="34" charset="-120"/>
              </a:rPr>
              <a:t>eABC</a:t>
            </a:r>
            <a:r>
              <a:rPr lang="en-US" altLang="zh-TW" sz="800" dirty="0">
                <a:solidFill>
                  <a:srgbClr val="D9D9D9"/>
                </a:solidFill>
                <a:ea typeface="微軟正黑體" pitchFamily="34" charset="-120"/>
              </a:rPr>
              <a:t>, ABC, APC</a:t>
            </a:r>
          </a:p>
        </p:txBody>
      </p:sp>
      <p:sp>
        <p:nvSpPr>
          <p:cNvPr id="10" name="內容版面配置區 16"/>
          <p:cNvSpPr>
            <a:spLocks noGrp="1"/>
          </p:cNvSpPr>
          <p:nvPr>
            <p:ph sz="quarter" idx="22"/>
          </p:nvPr>
        </p:nvSpPr>
        <p:spPr>
          <a:xfrm>
            <a:off x="4436990" y="747433"/>
            <a:ext cx="4365485" cy="3782036"/>
          </a:xfrm>
        </p:spPr>
        <p:txBody>
          <a:bodyPr/>
          <a:lstStyle>
            <a:lvl1pPr>
              <a:buFont typeface="Arial" pitchFamily="34" charset="0"/>
              <a:buChar char="•"/>
              <a:defRPr sz="2000">
                <a:solidFill>
                  <a:schemeClr val="tx1">
                    <a:lumMod val="75000"/>
                    <a:lumOff val="25000"/>
                  </a:schemeClr>
                </a:solidFill>
                <a:latin typeface="Gill Sans MT" pitchFamily="34" charset="0"/>
                <a:ea typeface="微軟正黑體" pitchFamily="34" charset="-120"/>
              </a:defRPr>
            </a:lvl1pPr>
            <a:lvl2pPr>
              <a:defRPr baseline="0">
                <a:solidFill>
                  <a:srgbClr val="333333"/>
                </a:solidFill>
                <a:latin typeface="Gill Sans MT" pitchFamily="34" charset="0"/>
                <a:ea typeface="微軟正黑體" pitchFamily="34" charset="-120"/>
              </a:defRPr>
            </a:lvl2pPr>
            <a:lvl3pPr>
              <a:defRPr baseline="0">
                <a:solidFill>
                  <a:srgbClr val="333333"/>
                </a:solidFill>
                <a:latin typeface="Gill Sans MT" pitchFamily="34" charset="0"/>
                <a:ea typeface="微軟正黑體" pitchFamily="34" charset="-120"/>
              </a:defRPr>
            </a:lvl3pPr>
          </a:lstStyle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</p:txBody>
      </p:sp>
      <p:sp>
        <p:nvSpPr>
          <p:cNvPr id="11" name="文字版面配置區 12"/>
          <p:cNvSpPr>
            <a:spLocks noGrp="1"/>
          </p:cNvSpPr>
          <p:nvPr>
            <p:ph type="body" sz="quarter" idx="19"/>
          </p:nvPr>
        </p:nvSpPr>
        <p:spPr>
          <a:xfrm>
            <a:off x="665567" y="715296"/>
            <a:ext cx="2421269" cy="1552759"/>
          </a:xfrm>
        </p:spPr>
        <p:txBody>
          <a:bodyPr>
            <a:normAutofit/>
          </a:bodyPr>
          <a:lstStyle>
            <a:lvl1pPr marL="0" marR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itchFamily="34" charset="0"/>
              <a:buNone/>
              <a:tabLst/>
              <a:defRPr kumimoji="1" lang="zh-TW" altLang="en-US" sz="3000" b="1" kern="1200" dirty="0" smtClean="0">
                <a:solidFill>
                  <a:srgbClr val="00698E"/>
                </a:solidFill>
                <a:latin typeface="Gill Sans MT" pitchFamily="34" charset="0"/>
                <a:ea typeface="微軟正黑體" pitchFamily="34" charset="-120"/>
                <a:cs typeface="+mn-cs"/>
              </a:defRPr>
            </a:lvl1pPr>
          </a:lstStyle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</p:txBody>
      </p:sp>
      <p:sp>
        <p:nvSpPr>
          <p:cNvPr id="13" name="投影片編號版面配置區 3"/>
          <p:cNvSpPr>
            <a:spLocks noGrp="1"/>
          </p:cNvSpPr>
          <p:nvPr>
            <p:ph type="sldNum" sz="quarter" idx="23"/>
          </p:nvPr>
        </p:nvSpPr>
        <p:spPr>
          <a:xfrm>
            <a:off x="179389" y="4818065"/>
            <a:ext cx="8442325" cy="325437"/>
          </a:xfrm>
        </p:spPr>
        <p:txBody>
          <a:bodyPr/>
          <a:lstStyle>
            <a:lvl1pPr algn="r" eaLnBrk="1" hangingPunct="1">
              <a:defRPr sz="1050">
                <a:solidFill>
                  <a:srgbClr val="0083A2"/>
                </a:solidFill>
                <a:latin typeface="Gill Sans MT" pitchFamily="34" charset="0"/>
                <a:ea typeface="微軟正黑體" pitchFamily="34" charset="-120"/>
              </a:defRPr>
            </a:lvl1pPr>
          </a:lstStyle>
          <a:p>
            <a:pPr>
              <a:defRPr/>
            </a:pPr>
            <a:fld id="{1C8F4CDC-B12D-4A12-BA3A-C86D160FF3F2}" type="slidenum">
              <a:rPr lang="zh-TW" altLang="en-US"/>
              <a:pPr>
                <a:defRPr/>
              </a:pPr>
              <a:t>‹#›</a:t>
            </a:fld>
            <a:endParaRPr lang="zh-TW" alt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自訂版面配置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 descr="\\Auhqfs01\agm006$\Corpcom\Library\CIS\AUO\Logo Combination\AUO only\企業標誌 AUO only [轉換].png"/>
          <p:cNvPicPr>
            <a:picLocks noChangeAspect="1" noChangeArrowheads="1"/>
          </p:cNvPicPr>
          <p:nvPr userDrawn="1"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7608888" y="241300"/>
            <a:ext cx="1149350" cy="3032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3" name="手繪多邊形 2"/>
          <p:cNvSpPr/>
          <p:nvPr userDrawn="1"/>
        </p:nvSpPr>
        <p:spPr>
          <a:xfrm>
            <a:off x="1" y="4596977"/>
            <a:ext cx="9144000" cy="371293"/>
          </a:xfrm>
          <a:custGeom>
            <a:avLst/>
            <a:gdLst>
              <a:gd name="connsiteX0" fmla="*/ 0 w 10000"/>
              <a:gd name="connsiteY0" fmla="*/ 10000 h 10000"/>
              <a:gd name="connsiteX1" fmla="*/ 2000 w 10000"/>
              <a:gd name="connsiteY1" fmla="*/ 0 h 10000"/>
              <a:gd name="connsiteX2" fmla="*/ 10000 w 10000"/>
              <a:gd name="connsiteY2" fmla="*/ 0 h 10000"/>
              <a:gd name="connsiteX3" fmla="*/ 8000 w 10000"/>
              <a:gd name="connsiteY3" fmla="*/ 10000 h 10000"/>
              <a:gd name="connsiteX4" fmla="*/ 0 w 10000"/>
              <a:gd name="connsiteY4" fmla="*/ 10000 h 10000"/>
              <a:gd name="connsiteX0" fmla="*/ 0 w 10000"/>
              <a:gd name="connsiteY0" fmla="*/ 10000 h 10000"/>
              <a:gd name="connsiteX1" fmla="*/ 2000 w 10000"/>
              <a:gd name="connsiteY1" fmla="*/ 0 h 10000"/>
              <a:gd name="connsiteX2" fmla="*/ 10000 w 10000"/>
              <a:gd name="connsiteY2" fmla="*/ 0 h 10000"/>
              <a:gd name="connsiteX3" fmla="*/ 10000 w 10000"/>
              <a:gd name="connsiteY3" fmla="*/ 10000 h 10000"/>
              <a:gd name="connsiteX4" fmla="*/ 0 w 10000"/>
              <a:gd name="connsiteY4" fmla="*/ 10000 h 10000"/>
              <a:gd name="connsiteX0" fmla="*/ 0 w 10000"/>
              <a:gd name="connsiteY0" fmla="*/ 10162 h 10162"/>
              <a:gd name="connsiteX1" fmla="*/ 0 w 10000"/>
              <a:gd name="connsiteY1" fmla="*/ 0 h 10162"/>
              <a:gd name="connsiteX2" fmla="*/ 10000 w 10000"/>
              <a:gd name="connsiteY2" fmla="*/ 162 h 10162"/>
              <a:gd name="connsiteX3" fmla="*/ 10000 w 10000"/>
              <a:gd name="connsiteY3" fmla="*/ 10162 h 10162"/>
              <a:gd name="connsiteX4" fmla="*/ 0 w 10000"/>
              <a:gd name="connsiteY4" fmla="*/ 10162 h 101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0000" h="10162">
                <a:moveTo>
                  <a:pt x="0" y="10162"/>
                </a:moveTo>
                <a:lnTo>
                  <a:pt x="0" y="0"/>
                </a:lnTo>
                <a:lnTo>
                  <a:pt x="10000" y="162"/>
                </a:lnTo>
                <a:lnTo>
                  <a:pt x="10000" y="10162"/>
                </a:lnTo>
                <a:lnTo>
                  <a:pt x="0" y="10162"/>
                </a:lnTo>
                <a:close/>
              </a:path>
            </a:pathLst>
          </a:custGeom>
          <a:gradFill flip="none" rotWithShape="1">
            <a:gsLst>
              <a:gs pos="32000">
                <a:srgbClr val="0F8AB1"/>
              </a:gs>
              <a:gs pos="70000">
                <a:srgbClr val="1E4B70"/>
              </a:gs>
            </a:gsLst>
            <a:path path="circle">
              <a:fillToRect r="100000" b="100000"/>
            </a:path>
            <a:tileRect l="-100000" t="-100000"/>
          </a:gra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>
              <a:defRPr/>
            </a:pPr>
            <a:endParaRPr lang="zh-TW" altLang="en-US" sz="1800">
              <a:solidFill>
                <a:prstClr val="black"/>
              </a:solidFill>
              <a:ea typeface="微軟正黑體" pitchFamily="34" charset="-120"/>
              <a:cs typeface="新細明體" pitchFamily="-65" charset="-120"/>
            </a:endParaRPr>
          </a:p>
        </p:txBody>
      </p:sp>
      <p:pic>
        <p:nvPicPr>
          <p:cNvPr id="4" name="Picture 8"/>
          <p:cNvPicPr>
            <a:picLocks noChangeAspect="1" noChangeArrowheads="1"/>
          </p:cNvPicPr>
          <p:nvPr userDrawn="1"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2946400" y="960440"/>
            <a:ext cx="3251200" cy="32226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5" name="Text Box 18"/>
          <p:cNvSpPr txBox="1">
            <a:spLocks noChangeArrowheads="1"/>
          </p:cNvSpPr>
          <p:nvPr userDrawn="1"/>
        </p:nvSpPr>
        <p:spPr bwMode="auto">
          <a:xfrm>
            <a:off x="6642100" y="4976813"/>
            <a:ext cx="2389188" cy="21544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algn="r" eaLnBrk="0" hangingPunct="0">
              <a:spcBef>
                <a:spcPct val="50000"/>
              </a:spcBef>
              <a:defRPr/>
            </a:pPr>
            <a:r>
              <a:rPr lang="en-US" altLang="zh-TW" sz="800" dirty="0">
                <a:solidFill>
                  <a:srgbClr val="D9D9D9"/>
                </a:solidFill>
                <a:ea typeface="微軟正黑體" pitchFamily="34" charset="-120"/>
              </a:rPr>
              <a:t>Only for </a:t>
            </a:r>
            <a:r>
              <a:rPr lang="en-US" altLang="zh-TW" sz="800" dirty="0" err="1">
                <a:solidFill>
                  <a:srgbClr val="D9D9D9"/>
                </a:solidFill>
                <a:ea typeface="微軟正黑體" pitchFamily="34" charset="-120"/>
              </a:rPr>
              <a:t>eABC</a:t>
            </a:r>
            <a:r>
              <a:rPr lang="en-US" altLang="zh-TW" sz="800" dirty="0">
                <a:solidFill>
                  <a:srgbClr val="D9D9D9"/>
                </a:solidFill>
                <a:ea typeface="微軟正黑體" pitchFamily="34" charset="-120"/>
              </a:rPr>
              <a:t>, ABC, APC</a:t>
            </a:r>
          </a:p>
        </p:txBody>
      </p:sp>
      <p:sp>
        <p:nvSpPr>
          <p:cNvPr id="6" name="日期版面配置區 2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 eaLnBrk="1" hangingPunct="1">
              <a:defRPr/>
            </a:lvl1pPr>
          </a:lstStyle>
          <a:p>
            <a:pPr>
              <a:defRPr/>
            </a:pPr>
            <a:fld id="{E9229856-D50E-4A07-AA4E-88F652D77853}" type="datetimeFigureOut">
              <a:rPr lang="zh-TW" altLang="en-US"/>
              <a:pPr>
                <a:defRPr/>
              </a:pPr>
              <a:t>2022/7/5</a:t>
            </a:fld>
            <a:endParaRPr lang="zh-TW" altLang="en-US"/>
          </a:p>
        </p:txBody>
      </p:sp>
      <p:sp>
        <p:nvSpPr>
          <p:cNvPr id="7" name="頁尾版面配置區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 eaLnBrk="1" hangingPunct="1">
              <a:defRPr/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8" name="投影片編號版面配置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eaLnBrk="1" hangingPunct="1">
              <a:defRPr/>
            </a:lvl1pPr>
          </a:lstStyle>
          <a:p>
            <a:pPr>
              <a:defRPr/>
            </a:pPr>
            <a:fld id="{599571AE-A85E-4A2C-86C3-28BE89F11BE9}" type="slidenum">
              <a:rPr lang="zh-TW" altLang="en-US"/>
              <a:pPr>
                <a:defRPr/>
              </a:pPr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_cov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群組 4"/>
          <p:cNvGrpSpPr>
            <a:grpSpLocks/>
          </p:cNvGrpSpPr>
          <p:nvPr userDrawn="1"/>
        </p:nvGrpSpPr>
        <p:grpSpPr bwMode="auto">
          <a:xfrm flipH="1">
            <a:off x="1782764" y="0"/>
            <a:ext cx="7361237" cy="5164138"/>
            <a:chOff x="-306" y="0"/>
            <a:chExt cx="7362615" cy="6885918"/>
          </a:xfrm>
        </p:grpSpPr>
        <p:sp>
          <p:nvSpPr>
            <p:cNvPr id="3" name="手繪多邊形 2"/>
            <p:cNvSpPr/>
            <p:nvPr userDrawn="1"/>
          </p:nvSpPr>
          <p:spPr>
            <a:xfrm>
              <a:off x="-306" y="0"/>
              <a:ext cx="5792284" cy="6885918"/>
            </a:xfrm>
            <a:custGeom>
              <a:avLst/>
              <a:gdLst>
                <a:gd name="connsiteX0" fmla="*/ 0 w 5143500"/>
                <a:gd name="connsiteY0" fmla="*/ 5143500 h 5143500"/>
                <a:gd name="connsiteX1" fmla="*/ 0 w 5143500"/>
                <a:gd name="connsiteY1" fmla="*/ 0 h 5143500"/>
                <a:gd name="connsiteX2" fmla="*/ 5143500 w 5143500"/>
                <a:gd name="connsiteY2" fmla="*/ 5143500 h 5143500"/>
                <a:gd name="connsiteX3" fmla="*/ 0 w 5143500"/>
                <a:gd name="connsiteY3" fmla="*/ 5143500 h 5143500"/>
                <a:gd name="connsiteX0" fmla="*/ 0 w 5143500"/>
                <a:gd name="connsiteY0" fmla="*/ 5143500 h 5143500"/>
                <a:gd name="connsiteX1" fmla="*/ 0 w 5143500"/>
                <a:gd name="connsiteY1" fmla="*/ 0 h 5143500"/>
                <a:gd name="connsiteX2" fmla="*/ 1628775 w 5143500"/>
                <a:gd name="connsiteY2" fmla="*/ 1619250 h 5143500"/>
                <a:gd name="connsiteX3" fmla="*/ 5143500 w 5143500"/>
                <a:gd name="connsiteY3" fmla="*/ 5143500 h 5143500"/>
                <a:gd name="connsiteX4" fmla="*/ 0 w 5143500"/>
                <a:gd name="connsiteY4" fmla="*/ 5143500 h 5143500"/>
                <a:gd name="connsiteX0" fmla="*/ 0 w 5143500"/>
                <a:gd name="connsiteY0" fmla="*/ 5143500 h 5143500"/>
                <a:gd name="connsiteX1" fmla="*/ 0 w 5143500"/>
                <a:gd name="connsiteY1" fmla="*/ 0 h 5143500"/>
                <a:gd name="connsiteX2" fmla="*/ 2726795 w 5143500"/>
                <a:gd name="connsiteY2" fmla="*/ 0 h 5143500"/>
                <a:gd name="connsiteX3" fmla="*/ 5143500 w 5143500"/>
                <a:gd name="connsiteY3" fmla="*/ 5143500 h 5143500"/>
                <a:gd name="connsiteX4" fmla="*/ 0 w 5143500"/>
                <a:gd name="connsiteY4" fmla="*/ 5143500 h 5143500"/>
                <a:gd name="connsiteX0" fmla="*/ 989937 w 6929557"/>
                <a:gd name="connsiteY0" fmla="*/ 5143500 h 6000750"/>
                <a:gd name="connsiteX1" fmla="*/ 989937 w 6929557"/>
                <a:gd name="connsiteY1" fmla="*/ 0 h 6000750"/>
                <a:gd name="connsiteX2" fmla="*/ 3716732 w 6929557"/>
                <a:gd name="connsiteY2" fmla="*/ 0 h 6000750"/>
                <a:gd name="connsiteX3" fmla="*/ 6929558 w 6929557"/>
                <a:gd name="connsiteY3" fmla="*/ 5143500 h 6000750"/>
                <a:gd name="connsiteX4" fmla="*/ 989937 w 6929557"/>
                <a:gd name="connsiteY4" fmla="*/ 5143500 h 6000750"/>
                <a:gd name="connsiteX0" fmla="*/ 989937 w 6929558"/>
                <a:gd name="connsiteY0" fmla="*/ 5143500 h 6000750"/>
                <a:gd name="connsiteX1" fmla="*/ 989937 w 6929558"/>
                <a:gd name="connsiteY1" fmla="*/ 0 h 6000750"/>
                <a:gd name="connsiteX2" fmla="*/ 3716732 w 6929558"/>
                <a:gd name="connsiteY2" fmla="*/ 0 h 6000750"/>
                <a:gd name="connsiteX3" fmla="*/ 6929558 w 6929558"/>
                <a:gd name="connsiteY3" fmla="*/ 5143500 h 6000750"/>
                <a:gd name="connsiteX4" fmla="*/ 989937 w 6929558"/>
                <a:gd name="connsiteY4" fmla="*/ 5143500 h 6000750"/>
                <a:gd name="connsiteX0" fmla="*/ 989937 w 6929558"/>
                <a:gd name="connsiteY0" fmla="*/ 5143500 h 6000750"/>
                <a:gd name="connsiteX1" fmla="*/ 989937 w 6929558"/>
                <a:gd name="connsiteY1" fmla="*/ 0 h 6000750"/>
                <a:gd name="connsiteX2" fmla="*/ 3716732 w 6929558"/>
                <a:gd name="connsiteY2" fmla="*/ 0 h 6000750"/>
                <a:gd name="connsiteX3" fmla="*/ 6929558 w 6929558"/>
                <a:gd name="connsiteY3" fmla="*/ 5143500 h 6000750"/>
                <a:gd name="connsiteX4" fmla="*/ 989937 w 6929558"/>
                <a:gd name="connsiteY4" fmla="*/ 5143500 h 6000750"/>
                <a:gd name="connsiteX0" fmla="*/ 989937 w 6929558"/>
                <a:gd name="connsiteY0" fmla="*/ 5143500 h 6000750"/>
                <a:gd name="connsiteX1" fmla="*/ 989937 w 6929558"/>
                <a:gd name="connsiteY1" fmla="*/ 0 h 6000750"/>
                <a:gd name="connsiteX2" fmla="*/ 3716732 w 6929558"/>
                <a:gd name="connsiteY2" fmla="*/ 0 h 6000750"/>
                <a:gd name="connsiteX3" fmla="*/ 6929558 w 6929558"/>
                <a:gd name="connsiteY3" fmla="*/ 5143500 h 6000750"/>
                <a:gd name="connsiteX4" fmla="*/ 989937 w 6929558"/>
                <a:gd name="connsiteY4" fmla="*/ 5143500 h 6000750"/>
                <a:gd name="connsiteX0" fmla="*/ 3744 w 5943365"/>
                <a:gd name="connsiteY0" fmla="*/ 5143500 h 6446838"/>
                <a:gd name="connsiteX1" fmla="*/ 3744 w 5943365"/>
                <a:gd name="connsiteY1" fmla="*/ 0 h 6446838"/>
                <a:gd name="connsiteX2" fmla="*/ 2730539 w 5943365"/>
                <a:gd name="connsiteY2" fmla="*/ 0 h 6446838"/>
                <a:gd name="connsiteX3" fmla="*/ 5943365 w 5943365"/>
                <a:gd name="connsiteY3" fmla="*/ 5143500 h 6446838"/>
                <a:gd name="connsiteX4" fmla="*/ 3744 w 5943365"/>
                <a:gd name="connsiteY4" fmla="*/ 5143500 h 6446838"/>
                <a:gd name="connsiteX0" fmla="*/ 3744 w 5943365"/>
                <a:gd name="connsiteY0" fmla="*/ 5143500 h 6446838"/>
                <a:gd name="connsiteX1" fmla="*/ 3744 w 5943365"/>
                <a:gd name="connsiteY1" fmla="*/ 0 h 6446838"/>
                <a:gd name="connsiteX2" fmla="*/ 3513518 w 5943365"/>
                <a:gd name="connsiteY2" fmla="*/ 0 h 6446838"/>
                <a:gd name="connsiteX3" fmla="*/ 5943365 w 5943365"/>
                <a:gd name="connsiteY3" fmla="*/ 5143500 h 6446838"/>
                <a:gd name="connsiteX4" fmla="*/ 3744 w 5943365"/>
                <a:gd name="connsiteY4" fmla="*/ 5143500 h 6446838"/>
                <a:gd name="connsiteX0" fmla="*/ 3744 w 5943365"/>
                <a:gd name="connsiteY0" fmla="*/ 5143500 h 6446838"/>
                <a:gd name="connsiteX1" fmla="*/ 3744 w 5943365"/>
                <a:gd name="connsiteY1" fmla="*/ 0 h 6446838"/>
                <a:gd name="connsiteX2" fmla="*/ 3513518 w 5943365"/>
                <a:gd name="connsiteY2" fmla="*/ 0 h 6446838"/>
                <a:gd name="connsiteX3" fmla="*/ 5943365 w 5943365"/>
                <a:gd name="connsiteY3" fmla="*/ 5143500 h 6446838"/>
                <a:gd name="connsiteX4" fmla="*/ 3744 w 5943365"/>
                <a:gd name="connsiteY4" fmla="*/ 5143500 h 6446838"/>
                <a:gd name="connsiteX0" fmla="*/ 3744 w 5943365"/>
                <a:gd name="connsiteY0" fmla="*/ 5143500 h 6446838"/>
                <a:gd name="connsiteX1" fmla="*/ 3744 w 5943365"/>
                <a:gd name="connsiteY1" fmla="*/ 0 h 6446838"/>
                <a:gd name="connsiteX2" fmla="*/ 3513518 w 5943365"/>
                <a:gd name="connsiteY2" fmla="*/ 0 h 6446838"/>
                <a:gd name="connsiteX3" fmla="*/ 5943365 w 5943365"/>
                <a:gd name="connsiteY3" fmla="*/ 5143500 h 6446838"/>
                <a:gd name="connsiteX4" fmla="*/ 3744 w 5943365"/>
                <a:gd name="connsiteY4" fmla="*/ 5143500 h 6446838"/>
                <a:gd name="connsiteX0" fmla="*/ 0 w 5939621"/>
                <a:gd name="connsiteY0" fmla="*/ 5143500 h 5143500"/>
                <a:gd name="connsiteX1" fmla="*/ 0 w 5939621"/>
                <a:gd name="connsiteY1" fmla="*/ 0 h 5143500"/>
                <a:gd name="connsiteX2" fmla="*/ 3509774 w 5939621"/>
                <a:gd name="connsiteY2" fmla="*/ 0 h 5143500"/>
                <a:gd name="connsiteX3" fmla="*/ 5939621 w 5939621"/>
                <a:gd name="connsiteY3" fmla="*/ 5143500 h 5143500"/>
                <a:gd name="connsiteX4" fmla="*/ 0 w 5939621"/>
                <a:gd name="connsiteY4" fmla="*/ 5143500 h 5143500"/>
                <a:gd name="connsiteX0" fmla="*/ 1615432 w 5939621"/>
                <a:gd name="connsiteY0" fmla="*/ 5122646 h 5143500"/>
                <a:gd name="connsiteX1" fmla="*/ 0 w 5939621"/>
                <a:gd name="connsiteY1" fmla="*/ 0 h 5143500"/>
                <a:gd name="connsiteX2" fmla="*/ 3509774 w 5939621"/>
                <a:gd name="connsiteY2" fmla="*/ 0 h 5143500"/>
                <a:gd name="connsiteX3" fmla="*/ 5939621 w 5939621"/>
                <a:gd name="connsiteY3" fmla="*/ 5143500 h 5143500"/>
                <a:gd name="connsiteX4" fmla="*/ 1615432 w 5939621"/>
                <a:gd name="connsiteY4" fmla="*/ 5122646 h 5143500"/>
                <a:gd name="connsiteX0" fmla="*/ 0 w 4324189"/>
                <a:gd name="connsiteY0" fmla="*/ 5122646 h 5143500"/>
                <a:gd name="connsiteX1" fmla="*/ 0 w 4324189"/>
                <a:gd name="connsiteY1" fmla="*/ 0 h 5143500"/>
                <a:gd name="connsiteX2" fmla="*/ 1894342 w 4324189"/>
                <a:gd name="connsiteY2" fmla="*/ 0 h 5143500"/>
                <a:gd name="connsiteX3" fmla="*/ 4324189 w 4324189"/>
                <a:gd name="connsiteY3" fmla="*/ 5143500 h 5143500"/>
                <a:gd name="connsiteX4" fmla="*/ 0 w 4324189"/>
                <a:gd name="connsiteY4" fmla="*/ 5122646 h 51435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324189" h="5143500">
                  <a:moveTo>
                    <a:pt x="0" y="5122646"/>
                  </a:moveTo>
                  <a:cubicBezTo>
                    <a:pt x="3744" y="3819308"/>
                    <a:pt x="0" y="1714500"/>
                    <a:pt x="0" y="0"/>
                  </a:cubicBezTo>
                  <a:lnTo>
                    <a:pt x="1894342" y="0"/>
                  </a:lnTo>
                  <a:lnTo>
                    <a:pt x="4324189" y="5143500"/>
                  </a:lnTo>
                  <a:lnTo>
                    <a:pt x="0" y="5122646"/>
                  </a:lnTo>
                  <a:close/>
                </a:path>
              </a:pathLst>
            </a:custGeom>
            <a:solidFill>
              <a:schemeClr val="tx1">
                <a:lumMod val="65000"/>
                <a:lumOff val="35000"/>
                <a:alpha val="24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0" hangingPunct="0">
                <a:defRPr/>
              </a:pPr>
              <a:endParaRPr lang="zh-TW" altLang="en-US">
                <a:solidFill>
                  <a:prstClr val="white"/>
                </a:solidFill>
              </a:endParaRPr>
            </a:p>
          </p:txBody>
        </p:sp>
        <p:sp>
          <p:nvSpPr>
            <p:cNvPr id="4" name="手繪多邊形 3"/>
            <p:cNvSpPr/>
            <p:nvPr userDrawn="1"/>
          </p:nvSpPr>
          <p:spPr>
            <a:xfrm flipH="1">
              <a:off x="-306" y="1988774"/>
              <a:ext cx="7362615" cy="3924473"/>
            </a:xfrm>
            <a:custGeom>
              <a:avLst/>
              <a:gdLst>
                <a:gd name="connsiteX0" fmla="*/ 0 w 10000"/>
                <a:gd name="connsiteY0" fmla="*/ 10000 h 10000"/>
                <a:gd name="connsiteX1" fmla="*/ 2000 w 10000"/>
                <a:gd name="connsiteY1" fmla="*/ 0 h 10000"/>
                <a:gd name="connsiteX2" fmla="*/ 10000 w 10000"/>
                <a:gd name="connsiteY2" fmla="*/ 0 h 10000"/>
                <a:gd name="connsiteX3" fmla="*/ 8000 w 10000"/>
                <a:gd name="connsiteY3" fmla="*/ 10000 h 10000"/>
                <a:gd name="connsiteX4" fmla="*/ 0 w 10000"/>
                <a:gd name="connsiteY4" fmla="*/ 10000 h 10000"/>
                <a:gd name="connsiteX0" fmla="*/ 0 w 10000"/>
                <a:gd name="connsiteY0" fmla="*/ 10000 h 10000"/>
                <a:gd name="connsiteX1" fmla="*/ 2000 w 10000"/>
                <a:gd name="connsiteY1" fmla="*/ 0 h 10000"/>
                <a:gd name="connsiteX2" fmla="*/ 10000 w 10000"/>
                <a:gd name="connsiteY2" fmla="*/ 0 h 10000"/>
                <a:gd name="connsiteX3" fmla="*/ 10000 w 10000"/>
                <a:gd name="connsiteY3" fmla="*/ 10000 h 10000"/>
                <a:gd name="connsiteX4" fmla="*/ 0 w 10000"/>
                <a:gd name="connsiteY4" fmla="*/ 10000 h 10000"/>
                <a:gd name="connsiteX0" fmla="*/ 0 w 10000"/>
                <a:gd name="connsiteY0" fmla="*/ 10018 h 10018"/>
                <a:gd name="connsiteX1" fmla="*/ 2000 w 10000"/>
                <a:gd name="connsiteY1" fmla="*/ 18 h 10018"/>
                <a:gd name="connsiteX2" fmla="*/ 8843 w 10000"/>
                <a:gd name="connsiteY2" fmla="*/ 0 h 10018"/>
                <a:gd name="connsiteX3" fmla="*/ 10000 w 10000"/>
                <a:gd name="connsiteY3" fmla="*/ 10018 h 10018"/>
                <a:gd name="connsiteX4" fmla="*/ 0 w 10000"/>
                <a:gd name="connsiteY4" fmla="*/ 10018 h 10018"/>
                <a:gd name="connsiteX0" fmla="*/ 0 w 8843"/>
                <a:gd name="connsiteY0" fmla="*/ 10018 h 10018"/>
                <a:gd name="connsiteX1" fmla="*/ 2000 w 8843"/>
                <a:gd name="connsiteY1" fmla="*/ 18 h 10018"/>
                <a:gd name="connsiteX2" fmla="*/ 8843 w 8843"/>
                <a:gd name="connsiteY2" fmla="*/ 0 h 10018"/>
                <a:gd name="connsiteX3" fmla="*/ 8843 w 8843"/>
                <a:gd name="connsiteY3" fmla="*/ 9995 h 10018"/>
                <a:gd name="connsiteX4" fmla="*/ 0 w 8843"/>
                <a:gd name="connsiteY4" fmla="*/ 10018 h 100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843" h="10018">
                  <a:moveTo>
                    <a:pt x="0" y="10018"/>
                  </a:moveTo>
                  <a:lnTo>
                    <a:pt x="2000" y="18"/>
                  </a:lnTo>
                  <a:lnTo>
                    <a:pt x="8843" y="0"/>
                  </a:lnTo>
                  <a:lnTo>
                    <a:pt x="8843" y="9995"/>
                  </a:lnTo>
                  <a:lnTo>
                    <a:pt x="0" y="10018"/>
                  </a:lnTo>
                  <a:close/>
                </a:path>
              </a:pathLst>
            </a:custGeom>
            <a:gradFill flip="none" rotWithShape="1">
              <a:gsLst>
                <a:gs pos="32000">
                  <a:srgbClr val="0F8AB1"/>
                </a:gs>
                <a:gs pos="70000">
                  <a:srgbClr val="1E4B70"/>
                </a:gs>
              </a:gsLst>
              <a:path path="circle">
                <a:fillToRect r="100000" b="100000"/>
              </a:path>
              <a:tileRect l="-100000" t="-100000"/>
            </a:gra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defRPr/>
              </a:pPr>
              <a:endParaRPr lang="zh-TW" altLang="en-US" sz="1800">
                <a:solidFill>
                  <a:prstClr val="white"/>
                </a:solidFill>
                <a:ea typeface="微軟正黑體" pitchFamily="34" charset="-120"/>
                <a:cs typeface="新細明體" pitchFamily="-65" charset="-120"/>
              </a:endParaRPr>
            </a:p>
          </p:txBody>
        </p:sp>
      </p:grpSp>
      <p:grpSp>
        <p:nvGrpSpPr>
          <p:cNvPr id="5" name="Group 17"/>
          <p:cNvGrpSpPr>
            <a:grpSpLocks noChangeAspect="1"/>
          </p:cNvGrpSpPr>
          <p:nvPr userDrawn="1"/>
        </p:nvGrpSpPr>
        <p:grpSpPr bwMode="auto">
          <a:xfrm>
            <a:off x="134938" y="4695827"/>
            <a:ext cx="307975" cy="404813"/>
            <a:chOff x="113" y="3550"/>
            <a:chExt cx="363" cy="636"/>
          </a:xfrm>
        </p:grpSpPr>
        <p:pic>
          <p:nvPicPr>
            <p:cNvPr id="6" name="Picture 18"/>
            <p:cNvPicPr>
              <a:picLocks noChangeAspect="1" noChangeArrowheads="1"/>
            </p:cNvPicPr>
            <p:nvPr userDrawn="1"/>
          </p:nvPicPr>
          <p:blipFill>
            <a:blip r:embed="rId2" cstate="print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</a:blip>
            <a:srcRect/>
            <a:stretch>
              <a:fillRect/>
            </a:stretch>
          </p:blipFill>
          <p:spPr bwMode="auto">
            <a:xfrm>
              <a:off x="113" y="3796"/>
              <a:ext cx="363" cy="39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pic>
          <p:nvPicPr>
            <p:cNvPr id="7" name="Picture 19"/>
            <p:cNvPicPr>
              <a:picLocks noChangeAspect="1" noChangeArrowheads="1"/>
            </p:cNvPicPr>
            <p:nvPr userDrawn="1"/>
          </p:nvPicPr>
          <p:blipFill>
            <a:blip r:embed="rId3" cstate="print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</a:blip>
            <a:srcRect/>
            <a:stretch>
              <a:fillRect/>
            </a:stretch>
          </p:blipFill>
          <p:spPr bwMode="auto">
            <a:xfrm>
              <a:off x="169" y="3550"/>
              <a:ext cx="256" cy="239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</p:grpSp>
      <p:pic>
        <p:nvPicPr>
          <p:cNvPr id="8" name="Picture 2" descr="\\Auhqfs01\agm006$\Corpcom\Library\CIS\AUO\Logo Combination\AUOInnovatingLing\AUOlogo_InnovatingLife_white.png"/>
          <p:cNvPicPr>
            <a:picLocks noChangeAspect="1" noChangeArrowheads="1"/>
          </p:cNvPicPr>
          <p:nvPr userDrawn="1"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3041650" y="2403475"/>
            <a:ext cx="2700338" cy="11985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ransition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>
          <a:xfrm>
            <a:off x="685800" y="1597821"/>
            <a:ext cx="7772400" cy="1102519"/>
          </a:xfrm>
        </p:spPr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副標題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TW" altLang="en-US" smtClean="0"/>
              <a:t>按一下以編輯母片副標題樣式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 eaLnBrk="1" hangingPunct="1">
              <a:defRPr/>
            </a:lvl1pPr>
          </a:lstStyle>
          <a:p>
            <a:pPr>
              <a:defRPr/>
            </a:pPr>
            <a:fld id="{F415F530-CDE0-4FAD-BD3E-CDDB3F6D8712}" type="datetimeFigureOut">
              <a:rPr lang="zh-TW" altLang="en-US"/>
              <a:pPr>
                <a:defRPr/>
              </a:pPr>
              <a:t>2022/7/5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 eaLnBrk="1" hangingPunct="1">
              <a:defRPr/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eaLnBrk="1" hangingPunct="1">
              <a:defRPr/>
            </a:lvl1pPr>
          </a:lstStyle>
          <a:p>
            <a:pPr>
              <a:defRPr/>
            </a:pPr>
            <a:fld id="{F6BDC08E-9485-4DEE-A54B-25C9BD61850B}" type="slidenum">
              <a:rPr lang="zh-TW" altLang="en-US"/>
              <a:pPr>
                <a:defRPr/>
              </a:pPr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cov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文字版面配置區 15"/>
          <p:cNvSpPr>
            <a:spLocks noGrp="1"/>
          </p:cNvSpPr>
          <p:nvPr>
            <p:ph type="body" sz="quarter" idx="11" hasCustomPrompt="1"/>
          </p:nvPr>
        </p:nvSpPr>
        <p:spPr>
          <a:xfrm>
            <a:off x="1106616" y="3831890"/>
            <a:ext cx="7650850" cy="1136376"/>
          </a:xfrm>
        </p:spPr>
        <p:txBody>
          <a:bodyPr anchor="t" anchorCtr="0">
            <a:normAutofit/>
          </a:bodyPr>
          <a:lstStyle>
            <a:lvl1pPr marL="0" indent="0" algn="l" defTabSz="914400" rtl="0" eaLnBrk="1" fontAlgn="auto" latinLnBrk="0" hangingPunct="1">
              <a:spcBef>
                <a:spcPct val="20000"/>
              </a:spcBef>
              <a:spcAft>
                <a:spcPts val="0"/>
              </a:spcAft>
              <a:buFontTx/>
              <a:buNone/>
              <a:defRPr kumimoji="0" lang="en-US" altLang="zh-TW" sz="1600" i="0" u="none" strike="noStrike" kern="1200" cap="none" spc="0" normalizeH="0" baseline="0" noProof="0" dirty="0" smtClean="0">
                <a:ln>
                  <a:noFill/>
                </a:ln>
                <a:solidFill>
                  <a:schemeClr val="bg1">
                    <a:lumMod val="50000"/>
                  </a:schemeClr>
                </a:solidFill>
                <a:effectLst/>
                <a:uLnTx/>
                <a:uFillTx/>
                <a:latin typeface="Gill Sans MT" pitchFamily="34" charset="0"/>
                <a:ea typeface="微軟正黑體" pitchFamily="34" charset="-120"/>
                <a:cs typeface="+mn-cs"/>
              </a:defRPr>
            </a:lvl1pPr>
          </a:lstStyle>
          <a:p>
            <a:pPr>
              <a:buFontTx/>
              <a:buNone/>
            </a:pPr>
            <a:r>
              <a:rPr lang="en-US" altLang="zh-TW" sz="1600" dirty="0" smtClean="0">
                <a:solidFill>
                  <a:schemeClr val="bg1">
                    <a:lumMod val="50000"/>
                  </a:schemeClr>
                </a:solidFill>
                <a:ea typeface="微軟正黑體" pitchFamily="34" charset="-120"/>
              </a:rPr>
              <a:t>Presenter’s Name</a:t>
            </a:r>
          </a:p>
          <a:p>
            <a:pPr>
              <a:buFontTx/>
              <a:buNone/>
            </a:pPr>
            <a:r>
              <a:rPr lang="en-US" altLang="zh-TW" sz="1600" dirty="0" smtClean="0">
                <a:solidFill>
                  <a:schemeClr val="bg1">
                    <a:lumMod val="50000"/>
                  </a:schemeClr>
                </a:solidFill>
                <a:ea typeface="微軟正黑體" pitchFamily="34" charset="-120"/>
              </a:rPr>
              <a:t>Presenter’s Title / Department</a:t>
            </a:r>
          </a:p>
          <a:p>
            <a:pPr>
              <a:buFontTx/>
              <a:buNone/>
            </a:pPr>
            <a:r>
              <a:rPr lang="en-US" altLang="zh-TW" sz="1600" dirty="0" smtClean="0">
                <a:solidFill>
                  <a:schemeClr val="bg1">
                    <a:lumMod val="50000"/>
                  </a:schemeClr>
                </a:solidFill>
                <a:ea typeface="微軟正黑體" pitchFamily="34" charset="-120"/>
              </a:rPr>
              <a:t>Date YYYY.MM.DD</a:t>
            </a:r>
          </a:p>
          <a:p>
            <a:pPr>
              <a:buFontTx/>
              <a:buNone/>
            </a:pPr>
            <a:r>
              <a:rPr lang="en-US" altLang="zh-TW" sz="1600" dirty="0" smtClean="0">
                <a:solidFill>
                  <a:schemeClr val="bg1">
                    <a:lumMod val="50000"/>
                  </a:schemeClr>
                </a:solidFill>
                <a:ea typeface="微軟正黑體" pitchFamily="34" charset="-120"/>
              </a:rPr>
              <a:t>Gill Sans MT or </a:t>
            </a:r>
            <a:r>
              <a:rPr lang="zh-TW" altLang="en-US" sz="1600" dirty="0" smtClean="0">
                <a:solidFill>
                  <a:schemeClr val="bg1">
                    <a:lumMod val="50000"/>
                  </a:schemeClr>
                </a:solidFill>
                <a:ea typeface="微軟正黑體" pitchFamily="34" charset="-120"/>
              </a:rPr>
              <a:t>微軟正黑</a:t>
            </a:r>
            <a:r>
              <a:rPr lang="en-US" altLang="zh-TW" sz="1600" dirty="0" smtClean="0">
                <a:solidFill>
                  <a:schemeClr val="bg1">
                    <a:lumMod val="50000"/>
                  </a:schemeClr>
                </a:solidFill>
                <a:ea typeface="微軟正黑體" pitchFamily="34" charset="-120"/>
              </a:rPr>
              <a:t> 16pt</a:t>
            </a:r>
          </a:p>
        </p:txBody>
      </p:sp>
      <p:sp>
        <p:nvSpPr>
          <p:cNvPr id="14" name="標題 13"/>
          <p:cNvSpPr>
            <a:spLocks noGrp="1"/>
          </p:cNvSpPr>
          <p:nvPr>
            <p:ph type="title" hasCustomPrompt="1"/>
          </p:nvPr>
        </p:nvSpPr>
        <p:spPr>
          <a:xfrm>
            <a:off x="1061617" y="1761662"/>
            <a:ext cx="7785865" cy="2025225"/>
          </a:xfrm>
        </p:spPr>
        <p:txBody>
          <a:bodyPr>
            <a:norm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 kumimoji="0" lang="zh-TW" altLang="en-US" sz="4400" b="1" i="0" u="none" strike="noStrike" kern="1200" cap="none" spc="0" normalizeH="0" baseline="0" noProof="0">
                <a:ln>
                  <a:noFill/>
                </a:ln>
                <a:solidFill>
                  <a:srgbClr val="0083A2"/>
                </a:solidFill>
                <a:effectLst/>
                <a:uLnTx/>
                <a:uFillTx/>
                <a:latin typeface="Gill Sans MT" pitchFamily="34" charset="0"/>
                <a:ea typeface="微軟正黑體" pitchFamily="34" charset="-120"/>
                <a:cs typeface="+mj-cs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/>
            </a:pPr>
            <a:r>
              <a:rPr lang="en-US" altLang="zh-TW" dirty="0" smtClean="0"/>
              <a:t>Presentation Title </a:t>
            </a:r>
            <a:r>
              <a:rPr lang="zh-TW" altLang="en-US" dirty="0" smtClean="0"/>
              <a:t>標題</a:t>
            </a:r>
            <a:br>
              <a:rPr lang="zh-TW" altLang="en-US" dirty="0" smtClean="0"/>
            </a:br>
            <a:r>
              <a:rPr lang="en-US" altLang="zh-TW" dirty="0" smtClean="0"/>
              <a:t>Gill Sans MT or </a:t>
            </a:r>
            <a:r>
              <a:rPr lang="zh-TW" altLang="en-US" dirty="0" smtClean="0"/>
              <a:t>微軟正黑</a:t>
            </a:r>
          </a:p>
        </p:txBody>
      </p:sp>
      <p:sp>
        <p:nvSpPr>
          <p:cNvPr id="17" name="手繪多邊形 16"/>
          <p:cNvSpPr/>
          <p:nvPr userDrawn="1"/>
        </p:nvSpPr>
        <p:spPr>
          <a:xfrm rot="10800000" flipV="1">
            <a:off x="-2" y="1727929"/>
            <a:ext cx="1016606" cy="587861"/>
          </a:xfrm>
          <a:custGeom>
            <a:avLst/>
            <a:gdLst>
              <a:gd name="connsiteX0" fmla="*/ 0 w 10000"/>
              <a:gd name="connsiteY0" fmla="*/ 10000 h 10000"/>
              <a:gd name="connsiteX1" fmla="*/ 2000 w 10000"/>
              <a:gd name="connsiteY1" fmla="*/ 0 h 10000"/>
              <a:gd name="connsiteX2" fmla="*/ 10000 w 10000"/>
              <a:gd name="connsiteY2" fmla="*/ 0 h 10000"/>
              <a:gd name="connsiteX3" fmla="*/ 8000 w 10000"/>
              <a:gd name="connsiteY3" fmla="*/ 10000 h 10000"/>
              <a:gd name="connsiteX4" fmla="*/ 0 w 10000"/>
              <a:gd name="connsiteY4" fmla="*/ 10000 h 10000"/>
              <a:gd name="connsiteX0" fmla="*/ 0 w 10000"/>
              <a:gd name="connsiteY0" fmla="*/ 10000 h 10000"/>
              <a:gd name="connsiteX1" fmla="*/ 2000 w 10000"/>
              <a:gd name="connsiteY1" fmla="*/ 0 h 10000"/>
              <a:gd name="connsiteX2" fmla="*/ 10000 w 10000"/>
              <a:gd name="connsiteY2" fmla="*/ 0 h 10000"/>
              <a:gd name="connsiteX3" fmla="*/ 10000 w 10000"/>
              <a:gd name="connsiteY3" fmla="*/ 10000 h 10000"/>
              <a:gd name="connsiteX4" fmla="*/ 0 w 10000"/>
              <a:gd name="connsiteY4" fmla="*/ 10000 h 10000"/>
              <a:gd name="connsiteX0" fmla="*/ 0 w 10000"/>
              <a:gd name="connsiteY0" fmla="*/ 10000 h 10000"/>
              <a:gd name="connsiteX1" fmla="*/ 2000 w 10000"/>
              <a:gd name="connsiteY1" fmla="*/ 0 h 10000"/>
              <a:gd name="connsiteX2" fmla="*/ 5000 w 10000"/>
              <a:gd name="connsiteY2" fmla="*/ 0 h 10000"/>
              <a:gd name="connsiteX3" fmla="*/ 10000 w 10000"/>
              <a:gd name="connsiteY3" fmla="*/ 10000 h 10000"/>
              <a:gd name="connsiteX4" fmla="*/ 0 w 10000"/>
              <a:gd name="connsiteY4" fmla="*/ 10000 h 10000"/>
              <a:gd name="connsiteX0" fmla="*/ 0 w 5000"/>
              <a:gd name="connsiteY0" fmla="*/ 10000 h 10000"/>
              <a:gd name="connsiteX1" fmla="*/ 2000 w 5000"/>
              <a:gd name="connsiteY1" fmla="*/ 0 h 10000"/>
              <a:gd name="connsiteX2" fmla="*/ 5000 w 5000"/>
              <a:gd name="connsiteY2" fmla="*/ 0 h 10000"/>
              <a:gd name="connsiteX3" fmla="*/ 5000 w 5000"/>
              <a:gd name="connsiteY3" fmla="*/ 10000 h 10000"/>
              <a:gd name="connsiteX4" fmla="*/ 0 w 5000"/>
              <a:gd name="connsiteY4" fmla="*/ 10000 h 10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000" h="10000">
                <a:moveTo>
                  <a:pt x="0" y="10000"/>
                </a:moveTo>
                <a:lnTo>
                  <a:pt x="2000" y="0"/>
                </a:lnTo>
                <a:lnTo>
                  <a:pt x="5000" y="0"/>
                </a:lnTo>
                <a:lnTo>
                  <a:pt x="5000" y="10000"/>
                </a:lnTo>
                <a:lnTo>
                  <a:pt x="0" y="10000"/>
                </a:lnTo>
                <a:close/>
              </a:path>
            </a:pathLst>
          </a:custGeom>
          <a:gradFill flip="none" rotWithShape="1">
            <a:gsLst>
              <a:gs pos="32000">
                <a:srgbClr val="0F8AB1"/>
              </a:gs>
              <a:gs pos="70000">
                <a:srgbClr val="1E4B70"/>
              </a:gs>
            </a:gsLst>
            <a:path path="circle">
              <a:fillToRect r="100000" b="100000"/>
            </a:path>
            <a:tileRect l="-100000" t="-100000"/>
          </a:gra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eaLnBrk="1" hangingPunct="1"/>
            <a:endParaRPr lang="zh-TW" altLang="en-US" sz="1800">
              <a:solidFill>
                <a:prstClr val="black"/>
              </a:solidFill>
              <a:cs typeface="新細明體" pitchFamily="-65" charset="-120"/>
            </a:endParaRPr>
          </a:p>
        </p:txBody>
      </p:sp>
      <p:pic>
        <p:nvPicPr>
          <p:cNvPr id="18" name="Picture 2" descr="\\Auhqfs01\agm006$\Corpcom\Library\CIS\AUO\Logo Combination\AUO only\企業標誌 AUO only [轉換].png"/>
          <p:cNvPicPr>
            <a:picLocks noChangeAspect="1" noChangeArrowheads="1"/>
          </p:cNvPicPr>
          <p:nvPr userDrawn="1"/>
        </p:nvPicPr>
        <p:blipFill>
          <a:blip r:embed="rId2" cstate="email"/>
          <a:srcRect/>
          <a:stretch>
            <a:fillRect/>
          </a:stretch>
        </p:blipFill>
        <p:spPr bwMode="auto">
          <a:xfrm>
            <a:off x="7226298" y="241126"/>
            <a:ext cx="1531168" cy="405045"/>
          </a:xfrm>
          <a:prstGeom prst="rect">
            <a:avLst/>
          </a:prstGeom>
          <a:noFill/>
        </p:spPr>
      </p:pic>
      <p:sp>
        <p:nvSpPr>
          <p:cNvPr id="8" name="頁尾版面配置區 7"/>
          <p:cNvSpPr>
            <a:spLocks noGrp="1"/>
          </p:cNvSpPr>
          <p:nvPr>
            <p:ph type="ftr" sz="quarter" idx="25"/>
          </p:nvPr>
        </p:nvSpPr>
        <p:spPr>
          <a:xfrm>
            <a:off x="5906870" y="4767264"/>
            <a:ext cx="2895600" cy="273844"/>
          </a:xfrm>
        </p:spPr>
        <p:txBody>
          <a:bodyPr/>
          <a:lstStyle/>
          <a:p>
            <a:endParaRPr lang="zh-TW" altLang="en-US" dirty="0">
              <a:solidFill>
                <a:prstClr val="black">
                  <a:tint val="75000"/>
                </a:prstClr>
              </a:solidFill>
            </a:endParaRP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endi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手繪多邊形 5"/>
          <p:cNvSpPr/>
          <p:nvPr userDrawn="1"/>
        </p:nvSpPr>
        <p:spPr>
          <a:xfrm flipH="1">
            <a:off x="3266853" y="0"/>
            <a:ext cx="5940660" cy="5143500"/>
          </a:xfrm>
          <a:custGeom>
            <a:avLst/>
            <a:gdLst>
              <a:gd name="connsiteX0" fmla="*/ 0 w 5143500"/>
              <a:gd name="connsiteY0" fmla="*/ 5143500 h 5143500"/>
              <a:gd name="connsiteX1" fmla="*/ 0 w 5143500"/>
              <a:gd name="connsiteY1" fmla="*/ 0 h 5143500"/>
              <a:gd name="connsiteX2" fmla="*/ 5143500 w 5143500"/>
              <a:gd name="connsiteY2" fmla="*/ 5143500 h 5143500"/>
              <a:gd name="connsiteX3" fmla="*/ 0 w 5143500"/>
              <a:gd name="connsiteY3" fmla="*/ 5143500 h 5143500"/>
              <a:gd name="connsiteX0" fmla="*/ 0 w 5143500"/>
              <a:gd name="connsiteY0" fmla="*/ 5143500 h 5143500"/>
              <a:gd name="connsiteX1" fmla="*/ 0 w 5143500"/>
              <a:gd name="connsiteY1" fmla="*/ 0 h 5143500"/>
              <a:gd name="connsiteX2" fmla="*/ 1628775 w 5143500"/>
              <a:gd name="connsiteY2" fmla="*/ 1619250 h 5143500"/>
              <a:gd name="connsiteX3" fmla="*/ 5143500 w 5143500"/>
              <a:gd name="connsiteY3" fmla="*/ 5143500 h 5143500"/>
              <a:gd name="connsiteX4" fmla="*/ 0 w 5143500"/>
              <a:gd name="connsiteY4" fmla="*/ 5143500 h 5143500"/>
              <a:gd name="connsiteX0" fmla="*/ 0 w 5143500"/>
              <a:gd name="connsiteY0" fmla="*/ 5143500 h 5143500"/>
              <a:gd name="connsiteX1" fmla="*/ 0 w 5143500"/>
              <a:gd name="connsiteY1" fmla="*/ 0 h 5143500"/>
              <a:gd name="connsiteX2" fmla="*/ 2726795 w 5143500"/>
              <a:gd name="connsiteY2" fmla="*/ 0 h 5143500"/>
              <a:gd name="connsiteX3" fmla="*/ 5143500 w 5143500"/>
              <a:gd name="connsiteY3" fmla="*/ 5143500 h 5143500"/>
              <a:gd name="connsiteX4" fmla="*/ 0 w 5143500"/>
              <a:gd name="connsiteY4" fmla="*/ 5143500 h 5143500"/>
              <a:gd name="connsiteX0" fmla="*/ 989937 w 6929557"/>
              <a:gd name="connsiteY0" fmla="*/ 5143500 h 6000750"/>
              <a:gd name="connsiteX1" fmla="*/ 989937 w 6929557"/>
              <a:gd name="connsiteY1" fmla="*/ 0 h 6000750"/>
              <a:gd name="connsiteX2" fmla="*/ 3716732 w 6929557"/>
              <a:gd name="connsiteY2" fmla="*/ 0 h 6000750"/>
              <a:gd name="connsiteX3" fmla="*/ 6929558 w 6929557"/>
              <a:gd name="connsiteY3" fmla="*/ 5143500 h 6000750"/>
              <a:gd name="connsiteX4" fmla="*/ 989937 w 6929557"/>
              <a:gd name="connsiteY4" fmla="*/ 5143500 h 6000750"/>
              <a:gd name="connsiteX0" fmla="*/ 989937 w 6929558"/>
              <a:gd name="connsiteY0" fmla="*/ 5143500 h 6000750"/>
              <a:gd name="connsiteX1" fmla="*/ 989937 w 6929558"/>
              <a:gd name="connsiteY1" fmla="*/ 0 h 6000750"/>
              <a:gd name="connsiteX2" fmla="*/ 3716732 w 6929558"/>
              <a:gd name="connsiteY2" fmla="*/ 0 h 6000750"/>
              <a:gd name="connsiteX3" fmla="*/ 6929558 w 6929558"/>
              <a:gd name="connsiteY3" fmla="*/ 5143500 h 6000750"/>
              <a:gd name="connsiteX4" fmla="*/ 989937 w 6929558"/>
              <a:gd name="connsiteY4" fmla="*/ 5143500 h 6000750"/>
              <a:gd name="connsiteX0" fmla="*/ 989937 w 6929558"/>
              <a:gd name="connsiteY0" fmla="*/ 5143500 h 6000750"/>
              <a:gd name="connsiteX1" fmla="*/ 989937 w 6929558"/>
              <a:gd name="connsiteY1" fmla="*/ 0 h 6000750"/>
              <a:gd name="connsiteX2" fmla="*/ 3716732 w 6929558"/>
              <a:gd name="connsiteY2" fmla="*/ 0 h 6000750"/>
              <a:gd name="connsiteX3" fmla="*/ 6929558 w 6929558"/>
              <a:gd name="connsiteY3" fmla="*/ 5143500 h 6000750"/>
              <a:gd name="connsiteX4" fmla="*/ 989937 w 6929558"/>
              <a:gd name="connsiteY4" fmla="*/ 5143500 h 6000750"/>
              <a:gd name="connsiteX0" fmla="*/ 989937 w 6929558"/>
              <a:gd name="connsiteY0" fmla="*/ 5143500 h 6000750"/>
              <a:gd name="connsiteX1" fmla="*/ 989937 w 6929558"/>
              <a:gd name="connsiteY1" fmla="*/ 0 h 6000750"/>
              <a:gd name="connsiteX2" fmla="*/ 3716732 w 6929558"/>
              <a:gd name="connsiteY2" fmla="*/ 0 h 6000750"/>
              <a:gd name="connsiteX3" fmla="*/ 6929558 w 6929558"/>
              <a:gd name="connsiteY3" fmla="*/ 5143500 h 6000750"/>
              <a:gd name="connsiteX4" fmla="*/ 989937 w 6929558"/>
              <a:gd name="connsiteY4" fmla="*/ 5143500 h 6000750"/>
              <a:gd name="connsiteX0" fmla="*/ 3744 w 5943365"/>
              <a:gd name="connsiteY0" fmla="*/ 5143500 h 6446838"/>
              <a:gd name="connsiteX1" fmla="*/ 3744 w 5943365"/>
              <a:gd name="connsiteY1" fmla="*/ 0 h 6446838"/>
              <a:gd name="connsiteX2" fmla="*/ 2730539 w 5943365"/>
              <a:gd name="connsiteY2" fmla="*/ 0 h 6446838"/>
              <a:gd name="connsiteX3" fmla="*/ 5943365 w 5943365"/>
              <a:gd name="connsiteY3" fmla="*/ 5143500 h 6446838"/>
              <a:gd name="connsiteX4" fmla="*/ 3744 w 5943365"/>
              <a:gd name="connsiteY4" fmla="*/ 5143500 h 6446838"/>
              <a:gd name="connsiteX0" fmla="*/ 3744 w 5943365"/>
              <a:gd name="connsiteY0" fmla="*/ 5143500 h 6446838"/>
              <a:gd name="connsiteX1" fmla="*/ 3744 w 5943365"/>
              <a:gd name="connsiteY1" fmla="*/ 0 h 6446838"/>
              <a:gd name="connsiteX2" fmla="*/ 3513518 w 5943365"/>
              <a:gd name="connsiteY2" fmla="*/ 0 h 6446838"/>
              <a:gd name="connsiteX3" fmla="*/ 5943365 w 5943365"/>
              <a:gd name="connsiteY3" fmla="*/ 5143500 h 6446838"/>
              <a:gd name="connsiteX4" fmla="*/ 3744 w 5943365"/>
              <a:gd name="connsiteY4" fmla="*/ 5143500 h 6446838"/>
              <a:gd name="connsiteX0" fmla="*/ 3744 w 5943365"/>
              <a:gd name="connsiteY0" fmla="*/ 5143500 h 6446838"/>
              <a:gd name="connsiteX1" fmla="*/ 3744 w 5943365"/>
              <a:gd name="connsiteY1" fmla="*/ 0 h 6446838"/>
              <a:gd name="connsiteX2" fmla="*/ 3513518 w 5943365"/>
              <a:gd name="connsiteY2" fmla="*/ 0 h 6446838"/>
              <a:gd name="connsiteX3" fmla="*/ 5943365 w 5943365"/>
              <a:gd name="connsiteY3" fmla="*/ 5143500 h 6446838"/>
              <a:gd name="connsiteX4" fmla="*/ 3744 w 5943365"/>
              <a:gd name="connsiteY4" fmla="*/ 5143500 h 6446838"/>
              <a:gd name="connsiteX0" fmla="*/ 3744 w 5943365"/>
              <a:gd name="connsiteY0" fmla="*/ 5143500 h 6446838"/>
              <a:gd name="connsiteX1" fmla="*/ 3744 w 5943365"/>
              <a:gd name="connsiteY1" fmla="*/ 0 h 6446838"/>
              <a:gd name="connsiteX2" fmla="*/ 3513518 w 5943365"/>
              <a:gd name="connsiteY2" fmla="*/ 0 h 6446838"/>
              <a:gd name="connsiteX3" fmla="*/ 5943365 w 5943365"/>
              <a:gd name="connsiteY3" fmla="*/ 5143500 h 6446838"/>
              <a:gd name="connsiteX4" fmla="*/ 3744 w 5943365"/>
              <a:gd name="connsiteY4" fmla="*/ 5143500 h 6446838"/>
              <a:gd name="connsiteX0" fmla="*/ 0 w 5939621"/>
              <a:gd name="connsiteY0" fmla="*/ 5143500 h 5143500"/>
              <a:gd name="connsiteX1" fmla="*/ 0 w 5939621"/>
              <a:gd name="connsiteY1" fmla="*/ 0 h 5143500"/>
              <a:gd name="connsiteX2" fmla="*/ 3509774 w 5939621"/>
              <a:gd name="connsiteY2" fmla="*/ 0 h 5143500"/>
              <a:gd name="connsiteX3" fmla="*/ 5939621 w 5939621"/>
              <a:gd name="connsiteY3" fmla="*/ 5143500 h 5143500"/>
              <a:gd name="connsiteX4" fmla="*/ 0 w 5939621"/>
              <a:gd name="connsiteY4" fmla="*/ 5143500 h 51435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939621" h="5143500">
                <a:moveTo>
                  <a:pt x="0" y="5143500"/>
                </a:moveTo>
                <a:cubicBezTo>
                  <a:pt x="3744" y="3840162"/>
                  <a:pt x="0" y="1714500"/>
                  <a:pt x="0" y="0"/>
                </a:cubicBezTo>
                <a:lnTo>
                  <a:pt x="3509774" y="0"/>
                </a:lnTo>
                <a:lnTo>
                  <a:pt x="5939621" y="5143500"/>
                </a:lnTo>
                <a:lnTo>
                  <a:pt x="0" y="5143500"/>
                </a:lnTo>
                <a:close/>
              </a:path>
            </a:pathLst>
          </a:custGeom>
          <a:solidFill>
            <a:schemeClr val="tx1">
              <a:lumMod val="65000"/>
              <a:lumOff val="35000"/>
              <a:alpha val="24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68580" tIns="34290" rIns="68580" bIns="34290" rtlCol="0" anchor="ctr"/>
          <a:lstStyle/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</a:pPr>
            <a:endParaRPr kumimoji="1" lang="zh-TW" altLang="en-US" sz="1400" dirty="0">
              <a:solidFill>
                <a:prstClr val="white"/>
              </a:solidFill>
            </a:endParaRPr>
          </a:p>
        </p:txBody>
      </p:sp>
      <p:sp>
        <p:nvSpPr>
          <p:cNvPr id="7" name="手繪多邊形 6"/>
          <p:cNvSpPr/>
          <p:nvPr userDrawn="1"/>
        </p:nvSpPr>
        <p:spPr>
          <a:xfrm>
            <a:off x="2093556" y="1086586"/>
            <a:ext cx="7158965" cy="3369032"/>
          </a:xfrm>
          <a:custGeom>
            <a:avLst/>
            <a:gdLst>
              <a:gd name="connsiteX0" fmla="*/ 0 w 10000"/>
              <a:gd name="connsiteY0" fmla="*/ 10000 h 10000"/>
              <a:gd name="connsiteX1" fmla="*/ 2000 w 10000"/>
              <a:gd name="connsiteY1" fmla="*/ 0 h 10000"/>
              <a:gd name="connsiteX2" fmla="*/ 10000 w 10000"/>
              <a:gd name="connsiteY2" fmla="*/ 0 h 10000"/>
              <a:gd name="connsiteX3" fmla="*/ 8000 w 10000"/>
              <a:gd name="connsiteY3" fmla="*/ 10000 h 10000"/>
              <a:gd name="connsiteX4" fmla="*/ 0 w 10000"/>
              <a:gd name="connsiteY4" fmla="*/ 10000 h 10000"/>
              <a:gd name="connsiteX0" fmla="*/ 0 w 10000"/>
              <a:gd name="connsiteY0" fmla="*/ 10000 h 10000"/>
              <a:gd name="connsiteX1" fmla="*/ 2000 w 10000"/>
              <a:gd name="connsiteY1" fmla="*/ 0 h 10000"/>
              <a:gd name="connsiteX2" fmla="*/ 10000 w 10000"/>
              <a:gd name="connsiteY2" fmla="*/ 0 h 10000"/>
              <a:gd name="connsiteX3" fmla="*/ 10000 w 10000"/>
              <a:gd name="connsiteY3" fmla="*/ 10000 h 10000"/>
              <a:gd name="connsiteX4" fmla="*/ 0 w 10000"/>
              <a:gd name="connsiteY4" fmla="*/ 10000 h 10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0000" h="10000">
                <a:moveTo>
                  <a:pt x="0" y="10000"/>
                </a:moveTo>
                <a:lnTo>
                  <a:pt x="2000" y="0"/>
                </a:lnTo>
                <a:lnTo>
                  <a:pt x="10000" y="0"/>
                </a:lnTo>
                <a:lnTo>
                  <a:pt x="10000" y="10000"/>
                </a:lnTo>
                <a:lnTo>
                  <a:pt x="0" y="10000"/>
                </a:lnTo>
                <a:close/>
              </a:path>
            </a:pathLst>
          </a:custGeom>
          <a:gradFill flip="none" rotWithShape="1">
            <a:gsLst>
              <a:gs pos="32000">
                <a:srgbClr val="0F8AB1"/>
              </a:gs>
              <a:gs pos="70000">
                <a:srgbClr val="1E4B70"/>
              </a:gs>
            </a:gsLst>
            <a:path path="circle">
              <a:fillToRect r="100000" b="100000"/>
            </a:path>
            <a:tileRect l="-100000" t="-100000"/>
          </a:gra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zh-TW" altLang="en-US" sz="1800" dirty="0">
              <a:solidFill>
                <a:prstClr val="black"/>
              </a:solidFill>
              <a:latin typeface="Gill Sans MT" pitchFamily="34" charset="0"/>
              <a:ea typeface="微軟正黑體" pitchFamily="34" charset="-120"/>
              <a:cs typeface="新細明體" pitchFamily="-65" charset="-120"/>
            </a:endParaRPr>
          </a:p>
        </p:txBody>
      </p:sp>
      <p:pic>
        <p:nvPicPr>
          <p:cNvPr id="8" name="Picture 2" descr="\\Auhqfs01\agm006$\Corpcom\Library\CIS\AUO\Logo Combination\AUOInnovatingLing\AUOlogo_InnovatingLife_white.png"/>
          <p:cNvPicPr>
            <a:picLocks noChangeAspect="1" noChangeArrowheads="1"/>
          </p:cNvPicPr>
          <p:nvPr userDrawn="1"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3266855" y="1986686"/>
            <a:ext cx="2700300" cy="1599397"/>
          </a:xfrm>
          <a:prstGeom prst="rect">
            <a:avLst/>
          </a:prstGeom>
          <a:noFill/>
        </p:spPr>
      </p:pic>
      <p:sp>
        <p:nvSpPr>
          <p:cNvPr id="9" name="頁尾版面配置區 7"/>
          <p:cNvSpPr>
            <a:spLocks noGrp="1"/>
          </p:cNvSpPr>
          <p:nvPr>
            <p:ph type="ftr" sz="quarter" idx="25"/>
          </p:nvPr>
        </p:nvSpPr>
        <p:spPr>
          <a:xfrm>
            <a:off x="5427095" y="4767264"/>
            <a:ext cx="2895600" cy="273844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endParaRPr lang="zh-TW" altLang="en-US" dirty="0">
              <a:solidFill>
                <a:prstClr val="white">
                  <a:lumMod val="50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61393458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content_w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內容版面配置區 16"/>
          <p:cNvSpPr>
            <a:spLocks noGrp="1"/>
          </p:cNvSpPr>
          <p:nvPr>
            <p:ph sz="quarter" idx="22" hasCustomPrompt="1"/>
          </p:nvPr>
        </p:nvSpPr>
        <p:spPr>
          <a:xfrm>
            <a:off x="557554" y="1536646"/>
            <a:ext cx="8334926" cy="3397877"/>
          </a:xfrm>
        </p:spPr>
        <p:txBody>
          <a:bodyPr>
            <a:normAutofit/>
          </a:bodyPr>
          <a:lstStyle>
            <a:lvl1pPr>
              <a:defRPr sz="2000" baseline="0">
                <a:solidFill>
                  <a:schemeClr val="tx1">
                    <a:lumMod val="75000"/>
                    <a:lumOff val="25000"/>
                  </a:schemeClr>
                </a:solidFill>
                <a:latin typeface="Gill Sans MT" pitchFamily="34" charset="0"/>
                <a:ea typeface="微軟正黑體" pitchFamily="34" charset="-120"/>
              </a:defRPr>
            </a:lvl1pPr>
            <a:lvl2pPr>
              <a:defRPr sz="1800" baseline="0">
                <a:solidFill>
                  <a:schemeClr val="tx1">
                    <a:lumMod val="75000"/>
                    <a:lumOff val="25000"/>
                  </a:schemeClr>
                </a:solidFill>
                <a:latin typeface="Gill Sans MT" pitchFamily="34" charset="0"/>
                <a:ea typeface="微軟正黑體" pitchFamily="34" charset="-120"/>
              </a:defRPr>
            </a:lvl2pPr>
            <a:lvl3pPr>
              <a:defRPr sz="1600" baseline="0">
                <a:solidFill>
                  <a:schemeClr val="tx1">
                    <a:lumMod val="75000"/>
                    <a:lumOff val="25000"/>
                  </a:schemeClr>
                </a:solidFill>
                <a:latin typeface="Gill Sans MT" pitchFamily="34" charset="0"/>
                <a:ea typeface="微軟正黑體" pitchFamily="34" charset="-120"/>
              </a:defRPr>
            </a:lvl3pPr>
          </a:lstStyle>
          <a:p>
            <a:pPr lvl="0"/>
            <a:r>
              <a:rPr lang="en-US" altLang="zh-TW" dirty="0" smtClean="0"/>
              <a:t>Gill Sans MT</a:t>
            </a:r>
          </a:p>
          <a:p>
            <a:pPr lvl="0"/>
            <a:r>
              <a:rPr lang="zh-TW" altLang="en-US" dirty="0" smtClean="0"/>
              <a:t>微軟正黑</a:t>
            </a:r>
          </a:p>
        </p:txBody>
      </p:sp>
      <p:sp>
        <p:nvSpPr>
          <p:cNvPr id="7" name="標題 6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 altLang="zh-TW" dirty="0" smtClean="0"/>
              <a:t>Content</a:t>
            </a:r>
            <a:br>
              <a:rPr lang="en-US" altLang="zh-TW" dirty="0" smtClean="0"/>
            </a:br>
            <a:r>
              <a:rPr lang="en-US" altLang="zh-TW" dirty="0" smtClean="0"/>
              <a:t>Gill Sans MT  or </a:t>
            </a:r>
            <a:r>
              <a:rPr lang="zh-TW" altLang="en-US" dirty="0" smtClean="0"/>
              <a:t>微軟正黑</a:t>
            </a:r>
            <a:endParaRPr lang="zh-TW" altLang="en-US" dirty="0"/>
          </a:p>
        </p:txBody>
      </p:sp>
      <p:sp>
        <p:nvSpPr>
          <p:cNvPr id="6" name="頁尾版面配置區 4"/>
          <p:cNvSpPr>
            <a:spLocks noGrp="1"/>
          </p:cNvSpPr>
          <p:nvPr>
            <p:ph type="ftr" sz="quarter" idx="3"/>
          </p:nvPr>
        </p:nvSpPr>
        <p:spPr>
          <a:xfrm>
            <a:off x="6057165" y="4767264"/>
            <a:ext cx="2895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TW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</p:cSld>
  <p:clrMapOvr>
    <a:masterClrMapping/>
  </p:clrMapOvr>
  <p:transition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>
          <a:xfrm>
            <a:off x="685800" y="1597821"/>
            <a:ext cx="7772400" cy="1102519"/>
          </a:xfrm>
        </p:spPr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副標題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zh-TW" altLang="en-US" smtClean="0"/>
              <a:t>按一下以編輯母片副標題樣式</a:t>
            </a:r>
            <a:endParaRPr lang="zh-TW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區段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/>
          <a:lstStyle>
            <a:lvl1pPr algn="l">
              <a:defRPr sz="4000" b="1" cap="all"/>
            </a:lvl1pPr>
          </a:lstStyle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項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sz="half" idx="1"/>
          </p:nvPr>
        </p:nvSpPr>
        <p:spPr>
          <a:xfrm>
            <a:off x="468313" y="1383507"/>
            <a:ext cx="4171950" cy="297061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4792663" y="1383507"/>
            <a:ext cx="4171950" cy="297061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對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457200" y="205978"/>
            <a:ext cx="8229600" cy="857250"/>
          </a:xfrm>
        </p:spPr>
        <p:txBody>
          <a:bodyPr/>
          <a:lstStyle>
            <a:lvl1pPr>
              <a:defRPr/>
            </a:lvl1pPr>
          </a:lstStyle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5" name="文字版面配置區 4"/>
          <p:cNvSpPr>
            <a:spLocks noGrp="1"/>
          </p:cNvSpPr>
          <p:nvPr>
            <p:ph type="body" sz="quarter" idx="3"/>
          </p:nvPr>
        </p:nvSpPr>
        <p:spPr>
          <a:xfrm>
            <a:off x="4645030" y="1151335"/>
            <a:ext cx="4041775" cy="47982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6" name="內容版面配置區 5"/>
          <p:cNvSpPr>
            <a:spLocks noGrp="1"/>
          </p:cNvSpPr>
          <p:nvPr>
            <p:ph sz="quarter" idx="4"/>
          </p:nvPr>
        </p:nvSpPr>
        <p:spPr>
          <a:xfrm>
            <a:off x="4645030" y="1631156"/>
            <a:ext cx="4041775" cy="2963466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標題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457202" y="204787"/>
            <a:ext cx="3008313" cy="8715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3575050" y="204790"/>
            <a:ext cx="5111750" cy="438983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457202" y="1076328"/>
            <a:ext cx="3008313" cy="3518297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標題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1792288" y="3600451"/>
            <a:ext cx="5486400" cy="425054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圖片版面配置區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zh-TW" altLang="en-US" noProof="0" smtClean="0"/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1792288" y="4025505"/>
            <a:ext cx="5486400" cy="603647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直排標題 1"/>
          <p:cNvSpPr>
            <a:spLocks noGrp="1"/>
          </p:cNvSpPr>
          <p:nvPr>
            <p:ph type="title" orient="vert"/>
          </p:nvPr>
        </p:nvSpPr>
        <p:spPr>
          <a:xfrm>
            <a:off x="6840541" y="519112"/>
            <a:ext cx="2124075" cy="3835004"/>
          </a:xfrm>
        </p:spPr>
        <p:txBody>
          <a:bodyPr vert="eaVert"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>
          <a:xfrm>
            <a:off x="466725" y="519112"/>
            <a:ext cx="6221413" cy="3835004"/>
          </a:xfrm>
        </p:spPr>
        <p:txBody>
          <a:bodyPr vert="eaVert"/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標題及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3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image" Target="../media/image2.pn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image" Target="../media/image1.png"/><Relationship Id="rId5" Type="http://schemas.openxmlformats.org/officeDocument/2006/relationships/slideLayout" Target="../slideLayouts/slideLayout5.xml"/><Relationship Id="rId10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7.xml"/><Relationship Id="rId13" Type="http://schemas.openxmlformats.org/officeDocument/2006/relationships/image" Target="../media/image8.jpeg"/><Relationship Id="rId3" Type="http://schemas.openxmlformats.org/officeDocument/2006/relationships/slideLayout" Target="../slideLayouts/slideLayout12.xml"/><Relationship Id="rId7" Type="http://schemas.openxmlformats.org/officeDocument/2006/relationships/slideLayout" Target="../slideLayouts/slideLayout16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1.xml"/><Relationship Id="rId1" Type="http://schemas.openxmlformats.org/officeDocument/2006/relationships/slideLayout" Target="../slideLayouts/slideLayout10.xml"/><Relationship Id="rId6" Type="http://schemas.openxmlformats.org/officeDocument/2006/relationships/slideLayout" Target="../slideLayouts/slideLayout15.xml"/><Relationship Id="rId11" Type="http://schemas.openxmlformats.org/officeDocument/2006/relationships/slideLayout" Target="../slideLayouts/slideLayout20.xml"/><Relationship Id="rId5" Type="http://schemas.openxmlformats.org/officeDocument/2006/relationships/slideLayout" Target="../slideLayouts/slideLayout14.xml"/><Relationship Id="rId15" Type="http://schemas.openxmlformats.org/officeDocument/2006/relationships/image" Target="../media/image3.png"/><Relationship Id="rId10" Type="http://schemas.openxmlformats.org/officeDocument/2006/relationships/slideLayout" Target="../slideLayouts/slideLayout19.xml"/><Relationship Id="rId4" Type="http://schemas.openxmlformats.org/officeDocument/2006/relationships/slideLayout" Target="../slideLayouts/slideLayout13.xml"/><Relationship Id="rId9" Type="http://schemas.openxmlformats.org/officeDocument/2006/relationships/slideLayout" Target="../slideLayouts/slideLayout18.xml"/><Relationship Id="rId14" Type="http://schemas.openxmlformats.org/officeDocument/2006/relationships/image" Target="../media/image2.png"/></Relationships>
</file>

<file path=ppt/slideMasters/_rels/slideMaster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theme" Target="../theme/theme3.xml"/><Relationship Id="rId1" Type="http://schemas.openxmlformats.org/officeDocument/2006/relationships/slideLayout" Target="../slideLayouts/slideLayout21.xml"/><Relationship Id="rId4" Type="http://schemas.openxmlformats.org/officeDocument/2006/relationships/image" Target="../media/image5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標題版面配置區 1"/>
          <p:cNvSpPr>
            <a:spLocks noGrp="1"/>
          </p:cNvSpPr>
          <p:nvPr>
            <p:ph type="title"/>
          </p:nvPr>
        </p:nvSpPr>
        <p:spPr bwMode="auto">
          <a:xfrm>
            <a:off x="528642" y="231775"/>
            <a:ext cx="7373937" cy="889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zh-TW" smtClean="0"/>
              <a:t>Content</a:t>
            </a:r>
            <a:br>
              <a:rPr lang="en-US" altLang="zh-TW" smtClean="0"/>
            </a:br>
            <a:r>
              <a:rPr lang="en-US" altLang="zh-TW" smtClean="0"/>
              <a:t>Gill Sans MT </a:t>
            </a:r>
            <a:r>
              <a:rPr lang="zh-TW" altLang="en-US" smtClean="0"/>
              <a:t> </a:t>
            </a:r>
            <a:r>
              <a:rPr lang="en-US" altLang="zh-TW" smtClean="0"/>
              <a:t>or </a:t>
            </a:r>
            <a:r>
              <a:rPr lang="zh-TW" altLang="en-US" smtClean="0"/>
              <a:t>微軟正黑</a:t>
            </a:r>
          </a:p>
        </p:txBody>
      </p:sp>
      <p:sp>
        <p:nvSpPr>
          <p:cNvPr id="3075" name="文字版面配置區 2"/>
          <p:cNvSpPr>
            <a:spLocks noGrp="1"/>
          </p:cNvSpPr>
          <p:nvPr>
            <p:ph type="body" idx="1"/>
          </p:nvPr>
        </p:nvSpPr>
        <p:spPr bwMode="auto">
          <a:xfrm>
            <a:off x="457200" y="1200152"/>
            <a:ext cx="8229600" cy="33940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zh-TW" smtClean="0"/>
              <a:t>Gill Sans MT</a:t>
            </a:r>
          </a:p>
          <a:p>
            <a:pPr lvl="0"/>
            <a:r>
              <a:rPr lang="zh-TW" altLang="en-US" smtClean="0"/>
              <a:t>微軟正黑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2"/>
          </p:nvPr>
        </p:nvSpPr>
        <p:spPr>
          <a:xfrm>
            <a:off x="457200" y="4767265"/>
            <a:ext cx="2133600" cy="27463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eaLnBrk="0" hangingPunct="0">
              <a:defRPr sz="1200">
                <a:solidFill>
                  <a:prstClr val="black">
                    <a:tint val="75000"/>
                  </a:prstClr>
                </a:solidFill>
                <a:latin typeface="Gill Sans MT" pitchFamily="34" charset="0"/>
                <a:ea typeface="微軟正黑體" pitchFamily="34" charset="-120"/>
              </a:defRPr>
            </a:lvl1pPr>
          </a:lstStyle>
          <a:p>
            <a:pPr>
              <a:defRPr/>
            </a:pPr>
            <a:fld id="{DC745F9C-5529-452F-B9C1-445BDB287EEF}" type="datetimeFigureOut">
              <a:rPr lang="zh-TW" altLang="en-US"/>
              <a:pPr>
                <a:defRPr/>
              </a:pPr>
              <a:t>2022/7/5</a:t>
            </a:fld>
            <a:endParaRPr lang="zh-TW" altLang="en-US" dirty="0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3"/>
          </p:nvPr>
        </p:nvSpPr>
        <p:spPr>
          <a:xfrm>
            <a:off x="3124200" y="4767265"/>
            <a:ext cx="2895600" cy="27463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eaLnBrk="0" hangingPunct="0">
              <a:defRPr sz="1200">
                <a:solidFill>
                  <a:prstClr val="black">
                    <a:tint val="75000"/>
                  </a:prstClr>
                </a:solidFill>
                <a:latin typeface="Gill Sans MT" pitchFamily="34" charset="0"/>
                <a:ea typeface="微軟正黑體" pitchFamily="34" charset="-120"/>
              </a:defRPr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4"/>
          </p:nvPr>
        </p:nvSpPr>
        <p:spPr>
          <a:xfrm>
            <a:off x="6553200" y="4767265"/>
            <a:ext cx="2133600" cy="27463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 eaLnBrk="0" hangingPunct="0">
              <a:defRPr sz="1200">
                <a:solidFill>
                  <a:srgbClr val="0083A2"/>
                </a:solidFill>
                <a:latin typeface="Gill Sans MT" pitchFamily="34" charset="0"/>
                <a:ea typeface="微軟正黑體" pitchFamily="34" charset="-120"/>
              </a:defRPr>
            </a:lvl1pPr>
          </a:lstStyle>
          <a:p>
            <a:pPr>
              <a:defRPr/>
            </a:pPr>
            <a:fld id="{BFF5E003-6272-466E-9E58-E2611771DCB2}" type="slidenum">
              <a:rPr lang="zh-TW" altLang="en-US"/>
              <a:pPr>
                <a:defRPr/>
              </a:pPr>
              <a:t>‹#›</a:t>
            </a:fld>
            <a:endParaRPr lang="zh-TW" altLang="en-US"/>
          </a:p>
        </p:txBody>
      </p:sp>
      <p:sp>
        <p:nvSpPr>
          <p:cNvPr id="8" name="手繪多邊形 7"/>
          <p:cNvSpPr/>
          <p:nvPr/>
        </p:nvSpPr>
        <p:spPr>
          <a:xfrm rot="16200000" flipV="1">
            <a:off x="-85004" y="118377"/>
            <a:ext cx="741803" cy="381292"/>
          </a:xfrm>
          <a:custGeom>
            <a:avLst/>
            <a:gdLst>
              <a:gd name="connsiteX0" fmla="*/ 0 w 10000"/>
              <a:gd name="connsiteY0" fmla="*/ 10000 h 10000"/>
              <a:gd name="connsiteX1" fmla="*/ 2000 w 10000"/>
              <a:gd name="connsiteY1" fmla="*/ 0 h 10000"/>
              <a:gd name="connsiteX2" fmla="*/ 10000 w 10000"/>
              <a:gd name="connsiteY2" fmla="*/ 0 h 10000"/>
              <a:gd name="connsiteX3" fmla="*/ 8000 w 10000"/>
              <a:gd name="connsiteY3" fmla="*/ 10000 h 10000"/>
              <a:gd name="connsiteX4" fmla="*/ 0 w 10000"/>
              <a:gd name="connsiteY4" fmla="*/ 10000 h 10000"/>
              <a:gd name="connsiteX0" fmla="*/ 0 w 10000"/>
              <a:gd name="connsiteY0" fmla="*/ 10000 h 10000"/>
              <a:gd name="connsiteX1" fmla="*/ 2000 w 10000"/>
              <a:gd name="connsiteY1" fmla="*/ 0 h 10000"/>
              <a:gd name="connsiteX2" fmla="*/ 10000 w 10000"/>
              <a:gd name="connsiteY2" fmla="*/ 0 h 10000"/>
              <a:gd name="connsiteX3" fmla="*/ 10000 w 10000"/>
              <a:gd name="connsiteY3" fmla="*/ 10000 h 10000"/>
              <a:gd name="connsiteX4" fmla="*/ 0 w 10000"/>
              <a:gd name="connsiteY4" fmla="*/ 10000 h 10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0000" h="10000">
                <a:moveTo>
                  <a:pt x="0" y="10000"/>
                </a:moveTo>
                <a:lnTo>
                  <a:pt x="2000" y="0"/>
                </a:lnTo>
                <a:lnTo>
                  <a:pt x="10000" y="0"/>
                </a:lnTo>
                <a:lnTo>
                  <a:pt x="10000" y="10000"/>
                </a:lnTo>
                <a:lnTo>
                  <a:pt x="0" y="10000"/>
                </a:lnTo>
                <a:close/>
              </a:path>
            </a:pathLst>
          </a:custGeom>
          <a:gradFill flip="none" rotWithShape="1">
            <a:gsLst>
              <a:gs pos="32000">
                <a:srgbClr val="0F8AB1"/>
              </a:gs>
              <a:gs pos="70000">
                <a:srgbClr val="1E4B70"/>
              </a:gs>
            </a:gsLst>
            <a:path path="circle">
              <a:fillToRect r="100000" b="100000"/>
            </a:path>
            <a:tileRect l="-100000" t="-100000"/>
          </a:gra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>
              <a:defRPr/>
            </a:pPr>
            <a:endParaRPr lang="zh-TW" altLang="en-US" sz="1800">
              <a:solidFill>
                <a:prstClr val="black"/>
              </a:solidFill>
              <a:ea typeface="微軟正黑體" pitchFamily="34" charset="-120"/>
              <a:cs typeface="新細明體" pitchFamily="-65" charset="-120"/>
            </a:endParaRPr>
          </a:p>
        </p:txBody>
      </p:sp>
      <p:pic>
        <p:nvPicPr>
          <p:cNvPr id="3082" name="Picture 16" descr="C:\Documents and Settings\tomcctang\桌面\auo.png"/>
          <p:cNvPicPr>
            <a:picLocks noChangeAspect="1" noChangeArrowheads="1"/>
          </p:cNvPicPr>
          <p:nvPr/>
        </p:nvPicPr>
        <p:blipFill>
          <a:blip r:embed="rId11" cstate="print"/>
          <a:srcRect/>
          <a:stretch>
            <a:fillRect/>
          </a:stretch>
        </p:blipFill>
        <p:spPr bwMode="auto">
          <a:xfrm>
            <a:off x="8043867" y="214315"/>
            <a:ext cx="814387" cy="2174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grpSp>
        <p:nvGrpSpPr>
          <p:cNvPr id="3083" name="Group 17"/>
          <p:cNvGrpSpPr>
            <a:grpSpLocks noChangeAspect="1"/>
          </p:cNvGrpSpPr>
          <p:nvPr/>
        </p:nvGrpSpPr>
        <p:grpSpPr bwMode="auto">
          <a:xfrm>
            <a:off x="134938" y="4695827"/>
            <a:ext cx="307975" cy="404813"/>
            <a:chOff x="113" y="3550"/>
            <a:chExt cx="363" cy="636"/>
          </a:xfrm>
        </p:grpSpPr>
        <p:pic>
          <p:nvPicPr>
            <p:cNvPr id="3084" name="Picture 18"/>
            <p:cNvPicPr>
              <a:picLocks noChangeAspect="1" noChangeArrowheads="1"/>
            </p:cNvPicPr>
            <p:nvPr userDrawn="1"/>
          </p:nvPicPr>
          <p:blipFill>
            <a:blip r:embed="rId12" cstate="print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</a:blip>
            <a:srcRect/>
            <a:stretch>
              <a:fillRect/>
            </a:stretch>
          </p:blipFill>
          <p:spPr bwMode="auto">
            <a:xfrm>
              <a:off x="113" y="3796"/>
              <a:ext cx="363" cy="39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pic>
          <p:nvPicPr>
            <p:cNvPr id="3085" name="Picture 19"/>
            <p:cNvPicPr>
              <a:picLocks noChangeAspect="1" noChangeArrowheads="1"/>
            </p:cNvPicPr>
            <p:nvPr userDrawn="1"/>
          </p:nvPicPr>
          <p:blipFill>
            <a:blip r:embed="rId13" cstate="print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</a:blip>
            <a:srcRect/>
            <a:stretch>
              <a:fillRect/>
            </a:stretch>
          </p:blipFill>
          <p:spPr bwMode="auto">
            <a:xfrm>
              <a:off x="169" y="3550"/>
              <a:ext cx="256" cy="239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</p:grpSp>
    </p:spTree>
  </p:cSld>
  <p:clrMap bg1="lt1" tx1="dk1" bg2="lt2" tx2="dk2" accent1="accent1" accent2="accent2" accent3="accent3" accent4="accent4" accent5="accent5" accent6="accent6" hlink="hlink" folHlink="folHlink"/>
  <p:sldLayoutIdLst>
    <p:sldLayoutId id="2147485143" r:id="rId1"/>
    <p:sldLayoutId id="2147485144" r:id="rId2"/>
    <p:sldLayoutId id="2147485145" r:id="rId3"/>
    <p:sldLayoutId id="2147485146" r:id="rId4"/>
    <p:sldLayoutId id="2147485147" r:id="rId5"/>
    <p:sldLayoutId id="2147485153" r:id="rId6"/>
    <p:sldLayoutId id="2147485178" r:id="rId7"/>
    <p:sldLayoutId id="2147485184" r:id="rId8"/>
    <p:sldLayoutId id="2147485241" r:id="rId9"/>
  </p:sldLayoutIdLst>
  <p:hf sldNum="0" hdr="0" ftr="0" dt="0"/>
  <p:txStyles>
    <p:titleStyle>
      <a:lvl1pPr algn="l" rtl="0" eaLnBrk="0" fontAlgn="base" hangingPunct="0">
        <a:spcBef>
          <a:spcPct val="0"/>
        </a:spcBef>
        <a:spcAft>
          <a:spcPct val="0"/>
        </a:spcAft>
        <a:defRPr sz="3200" b="1" kern="1200">
          <a:solidFill>
            <a:srgbClr val="404040"/>
          </a:solidFill>
          <a:latin typeface="Gill Sans MT" pitchFamily="34" charset="0"/>
          <a:ea typeface="微軟正黑體" pitchFamily="34" charset="-120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rgbClr val="404040"/>
          </a:solidFill>
          <a:latin typeface="Gill Sans MT" pitchFamily="34" charset="0"/>
          <a:ea typeface="微軟正黑體" pitchFamily="34" charset="-120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rgbClr val="404040"/>
          </a:solidFill>
          <a:latin typeface="Gill Sans MT" pitchFamily="34" charset="0"/>
          <a:ea typeface="微軟正黑體" pitchFamily="34" charset="-120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rgbClr val="404040"/>
          </a:solidFill>
          <a:latin typeface="Gill Sans MT" pitchFamily="34" charset="0"/>
          <a:ea typeface="微軟正黑體" pitchFamily="34" charset="-120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rgbClr val="404040"/>
          </a:solidFill>
          <a:latin typeface="Gill Sans MT" pitchFamily="34" charset="0"/>
          <a:ea typeface="微軟正黑體" pitchFamily="34" charset="-120"/>
        </a:defRPr>
      </a:lvl5pPr>
      <a:lvl6pPr marL="457200" algn="l" rtl="0" fontAlgn="base">
        <a:spcBef>
          <a:spcPct val="0"/>
        </a:spcBef>
        <a:spcAft>
          <a:spcPct val="0"/>
        </a:spcAft>
        <a:defRPr sz="3200" b="1">
          <a:solidFill>
            <a:srgbClr val="404040"/>
          </a:solidFill>
          <a:latin typeface="Gill Sans MT" pitchFamily="34" charset="0"/>
          <a:ea typeface="微軟正黑體" pitchFamily="34" charset="-120"/>
        </a:defRPr>
      </a:lvl6pPr>
      <a:lvl7pPr marL="914400" algn="l" rtl="0" fontAlgn="base">
        <a:spcBef>
          <a:spcPct val="0"/>
        </a:spcBef>
        <a:spcAft>
          <a:spcPct val="0"/>
        </a:spcAft>
        <a:defRPr sz="3200" b="1">
          <a:solidFill>
            <a:srgbClr val="404040"/>
          </a:solidFill>
          <a:latin typeface="Gill Sans MT" pitchFamily="34" charset="0"/>
          <a:ea typeface="微軟正黑體" pitchFamily="34" charset="-120"/>
        </a:defRPr>
      </a:lvl7pPr>
      <a:lvl8pPr marL="1371600" algn="l" rtl="0" fontAlgn="base">
        <a:spcBef>
          <a:spcPct val="0"/>
        </a:spcBef>
        <a:spcAft>
          <a:spcPct val="0"/>
        </a:spcAft>
        <a:defRPr sz="3200" b="1">
          <a:solidFill>
            <a:srgbClr val="404040"/>
          </a:solidFill>
          <a:latin typeface="Gill Sans MT" pitchFamily="34" charset="0"/>
          <a:ea typeface="微軟正黑體" pitchFamily="34" charset="-120"/>
        </a:defRPr>
      </a:lvl8pPr>
      <a:lvl9pPr marL="1828800" algn="l" rtl="0" fontAlgn="base">
        <a:spcBef>
          <a:spcPct val="0"/>
        </a:spcBef>
        <a:spcAft>
          <a:spcPct val="0"/>
        </a:spcAft>
        <a:defRPr sz="3200" b="1">
          <a:solidFill>
            <a:srgbClr val="404040"/>
          </a:solidFill>
          <a:latin typeface="Gill Sans MT" pitchFamily="34" charset="0"/>
          <a:ea typeface="微軟正黑體" pitchFamily="34" charset="-12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•"/>
        <a:defRPr sz="2000" kern="1200">
          <a:solidFill>
            <a:srgbClr val="404040"/>
          </a:solidFill>
          <a:latin typeface="Gill Sans MT" pitchFamily="34" charset="0"/>
          <a:ea typeface="微軟正黑體" pitchFamily="34" charset="-120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–"/>
        <a:defRPr sz="2800" kern="1200">
          <a:solidFill>
            <a:srgbClr val="404040"/>
          </a:solidFill>
          <a:latin typeface="Gill Sans MT" pitchFamily="34" charset="0"/>
          <a:ea typeface="微軟正黑體" pitchFamily="34" charset="-120"/>
          <a:cs typeface="+mn-cs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•"/>
        <a:defRPr sz="2400" kern="1200">
          <a:solidFill>
            <a:srgbClr val="404040"/>
          </a:solidFill>
          <a:latin typeface="Gill Sans MT" pitchFamily="34" charset="0"/>
          <a:ea typeface="微軟正黑體" pitchFamily="34" charset="-120"/>
          <a:cs typeface="+mn-cs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–"/>
        <a:defRPr sz="2000" kern="1200">
          <a:solidFill>
            <a:srgbClr val="404040"/>
          </a:solidFill>
          <a:latin typeface="Gill Sans MT" pitchFamily="34" charset="0"/>
          <a:ea typeface="微軟正黑體" pitchFamily="34" charset="-120"/>
          <a:cs typeface="+mn-cs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»"/>
        <a:defRPr sz="2000" kern="1200">
          <a:solidFill>
            <a:srgbClr val="404040"/>
          </a:solidFill>
          <a:latin typeface="Gill Sans MT" pitchFamily="34" charset="0"/>
          <a:ea typeface="微軟正黑體" pitchFamily="34" charset="-120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TW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98" name="Picture 5" descr="p3_b-w.jpg"/>
          <p:cNvPicPr>
            <a:picLocks noChangeAspect="1"/>
          </p:cNvPicPr>
          <p:nvPr/>
        </p:nvPicPr>
        <p:blipFill>
          <a:blip r:embed="rId13" cstate="print"/>
          <a:srcRect/>
          <a:stretch>
            <a:fillRect/>
          </a:stretch>
        </p:blipFill>
        <p:spPr bwMode="auto">
          <a:xfrm>
            <a:off x="0" y="0"/>
            <a:ext cx="9144000" cy="127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4099" name="Rectangle 4"/>
          <p:cNvSpPr>
            <a:spLocks noGrp="1" noChangeArrowheads="1"/>
          </p:cNvSpPr>
          <p:nvPr>
            <p:ph type="body" idx="1"/>
          </p:nvPr>
        </p:nvSpPr>
        <p:spPr bwMode="auto">
          <a:xfrm>
            <a:off x="468313" y="1384300"/>
            <a:ext cx="8496300" cy="29702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TW" altLang="en-US" smtClean="0"/>
              <a:t>按一下以編輯母片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</a:p>
        </p:txBody>
      </p:sp>
      <p:sp>
        <p:nvSpPr>
          <p:cNvPr id="4100" name="Rectangle 5"/>
          <p:cNvSpPr>
            <a:spLocks noGrp="1" noChangeArrowheads="1"/>
          </p:cNvSpPr>
          <p:nvPr>
            <p:ph type="title"/>
          </p:nvPr>
        </p:nvSpPr>
        <p:spPr bwMode="auto">
          <a:xfrm>
            <a:off x="466725" y="519113"/>
            <a:ext cx="7705725" cy="857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TW" altLang="en-US" smtClean="0"/>
              <a:t>按一下以編輯母片標題樣式</a:t>
            </a:r>
          </a:p>
        </p:txBody>
      </p:sp>
      <p:sp>
        <p:nvSpPr>
          <p:cNvPr id="11" name="投影片編號版面配置區 3"/>
          <p:cNvSpPr>
            <a:spLocks noGrp="1"/>
          </p:cNvSpPr>
          <p:nvPr>
            <p:ph type="sldNum" sz="quarter" idx="4"/>
          </p:nvPr>
        </p:nvSpPr>
        <p:spPr>
          <a:xfrm>
            <a:off x="0" y="4922840"/>
            <a:ext cx="9144000" cy="20637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050">
                <a:solidFill>
                  <a:srgbClr val="333333"/>
                </a:solidFill>
                <a:latin typeface="Gill Sans MT" pitchFamily="34" charset="0"/>
                <a:ea typeface="微軟正黑體" pitchFamily="34" charset="-120"/>
              </a:defRPr>
            </a:lvl1pPr>
          </a:lstStyle>
          <a:p>
            <a:pPr>
              <a:defRPr/>
            </a:pPr>
            <a:fld id="{35AD513D-E83C-4021-8497-A4EE294026A1}" type="slidenum">
              <a:rPr lang="zh-TW" altLang="en-US"/>
              <a:pPr>
                <a:defRPr/>
              </a:pPr>
              <a:t>‹#›</a:t>
            </a:fld>
            <a:endParaRPr lang="zh-TW" altLang="en-US" dirty="0"/>
          </a:p>
        </p:txBody>
      </p:sp>
      <p:grpSp>
        <p:nvGrpSpPr>
          <p:cNvPr id="4102" name="Group 17"/>
          <p:cNvGrpSpPr>
            <a:grpSpLocks noChangeAspect="1"/>
          </p:cNvGrpSpPr>
          <p:nvPr/>
        </p:nvGrpSpPr>
        <p:grpSpPr bwMode="auto">
          <a:xfrm>
            <a:off x="134938" y="4554538"/>
            <a:ext cx="307975" cy="406400"/>
            <a:chOff x="113" y="3550"/>
            <a:chExt cx="363" cy="636"/>
          </a:xfrm>
        </p:grpSpPr>
        <p:pic>
          <p:nvPicPr>
            <p:cNvPr id="4105" name="Picture 18"/>
            <p:cNvPicPr>
              <a:picLocks noChangeAspect="1" noChangeArrowheads="1"/>
            </p:cNvPicPr>
            <p:nvPr userDrawn="1"/>
          </p:nvPicPr>
          <p:blipFill>
            <a:blip r:embed="rId14" cstate="print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</a:blip>
            <a:srcRect/>
            <a:stretch>
              <a:fillRect/>
            </a:stretch>
          </p:blipFill>
          <p:spPr bwMode="auto">
            <a:xfrm>
              <a:off x="113" y="3796"/>
              <a:ext cx="363" cy="39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pic>
          <p:nvPicPr>
            <p:cNvPr id="4106" name="Picture 19"/>
            <p:cNvPicPr>
              <a:picLocks noChangeAspect="1" noChangeArrowheads="1"/>
            </p:cNvPicPr>
            <p:nvPr userDrawn="1"/>
          </p:nvPicPr>
          <p:blipFill>
            <a:blip r:embed="rId15" cstate="print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</a:blip>
            <a:srcRect/>
            <a:stretch>
              <a:fillRect/>
            </a:stretch>
          </p:blipFill>
          <p:spPr bwMode="auto">
            <a:xfrm>
              <a:off x="169" y="3550"/>
              <a:ext cx="256" cy="239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</p:grpSp>
      <p:sp>
        <p:nvSpPr>
          <p:cNvPr id="15" name="Text Box 18"/>
          <p:cNvSpPr txBox="1">
            <a:spLocks noChangeArrowheads="1"/>
          </p:cNvSpPr>
          <p:nvPr/>
        </p:nvSpPr>
        <p:spPr bwMode="auto">
          <a:xfrm>
            <a:off x="6604000" y="4887914"/>
            <a:ext cx="2389188" cy="21544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algn="r">
              <a:spcBef>
                <a:spcPct val="50000"/>
              </a:spcBef>
              <a:defRPr/>
            </a:pPr>
            <a:r>
              <a:rPr lang="en-US" altLang="zh-TW" sz="800" dirty="0">
                <a:solidFill>
                  <a:srgbClr val="000000">
                    <a:lumMod val="50000"/>
                    <a:lumOff val="50000"/>
                  </a:srgbClr>
                </a:solidFill>
                <a:latin typeface="Gill Sans MT"/>
                <a:ea typeface="微軟正黑體"/>
              </a:rPr>
              <a:t>Only for </a:t>
            </a:r>
            <a:r>
              <a:rPr lang="en-US" altLang="zh-TW" sz="800" dirty="0" err="1">
                <a:solidFill>
                  <a:srgbClr val="000000">
                    <a:lumMod val="50000"/>
                    <a:lumOff val="50000"/>
                  </a:srgbClr>
                </a:solidFill>
                <a:latin typeface="Gill Sans MT"/>
                <a:ea typeface="微軟正黑體"/>
              </a:rPr>
              <a:t>eABC</a:t>
            </a:r>
            <a:r>
              <a:rPr lang="en-US" altLang="zh-TW" sz="800" dirty="0">
                <a:solidFill>
                  <a:srgbClr val="000000">
                    <a:lumMod val="50000"/>
                    <a:lumOff val="50000"/>
                  </a:srgbClr>
                </a:solidFill>
                <a:latin typeface="Gill Sans MT"/>
                <a:ea typeface="微軟正黑體"/>
              </a:rPr>
              <a:t>, ABC, APC</a:t>
            </a:r>
          </a:p>
        </p:txBody>
      </p:sp>
      <p:sp>
        <p:nvSpPr>
          <p:cNvPr id="16" name="文字方塊 15"/>
          <p:cNvSpPr txBox="1">
            <a:spLocks noChangeArrowheads="1"/>
          </p:cNvSpPr>
          <p:nvPr/>
        </p:nvSpPr>
        <p:spPr bwMode="auto">
          <a:xfrm>
            <a:off x="98425" y="4967290"/>
            <a:ext cx="3429000" cy="1206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72000" rIns="72000" anchor="b"/>
          <a:lstStyle/>
          <a:p>
            <a:pPr>
              <a:lnSpc>
                <a:spcPct val="80000"/>
              </a:lnSpc>
              <a:defRPr/>
            </a:pPr>
            <a:r>
              <a:rPr kumimoji="0" lang="en-US" altLang="zh-TW" sz="800" dirty="0">
                <a:solidFill>
                  <a:srgbClr val="000000">
                    <a:lumMod val="50000"/>
                    <a:lumOff val="50000"/>
                  </a:srgbClr>
                </a:solidFill>
                <a:latin typeface="Gill Sans MT"/>
                <a:ea typeface="微軟正黑體"/>
                <a:cs typeface="Times New Roman" pitchFamily="18" charset="0"/>
                <a:sym typeface="Symbol" pitchFamily="18" charset="2"/>
              </a:rPr>
              <a:t></a:t>
            </a:r>
            <a:r>
              <a:rPr kumimoji="0" lang="en-US" altLang="zh-TW" sz="800" dirty="0">
                <a:solidFill>
                  <a:srgbClr val="000000">
                    <a:lumMod val="50000"/>
                    <a:lumOff val="50000"/>
                  </a:srgbClr>
                </a:solidFill>
                <a:latin typeface="Gill Sans MT"/>
                <a:ea typeface="微軟正黑體"/>
              </a:rPr>
              <a:t>2019 AU </a:t>
            </a:r>
            <a:r>
              <a:rPr kumimoji="0" lang="en-US" altLang="zh-TW" sz="800" dirty="0" err="1">
                <a:solidFill>
                  <a:srgbClr val="000000">
                    <a:lumMod val="50000"/>
                    <a:lumOff val="50000"/>
                  </a:srgbClr>
                </a:solidFill>
                <a:latin typeface="Gill Sans MT"/>
                <a:ea typeface="微軟正黑體"/>
              </a:rPr>
              <a:t>Optronics</a:t>
            </a:r>
            <a:r>
              <a:rPr kumimoji="0" lang="en-US" altLang="zh-TW" sz="800" dirty="0">
                <a:solidFill>
                  <a:srgbClr val="000000">
                    <a:lumMod val="50000"/>
                    <a:lumOff val="50000"/>
                  </a:srgbClr>
                </a:solidFill>
                <a:latin typeface="Gill Sans MT"/>
                <a:ea typeface="微軟正黑體"/>
              </a:rPr>
              <a:t> Corporation</a:t>
            </a:r>
            <a:endParaRPr kumimoji="0" lang="zh-TW" altLang="en-US" sz="800" dirty="0">
              <a:solidFill>
                <a:srgbClr val="000000">
                  <a:lumMod val="50000"/>
                  <a:lumOff val="50000"/>
                </a:srgbClr>
              </a:solidFill>
              <a:latin typeface="Gill Sans MT"/>
              <a:ea typeface="微軟正黑體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5154" r:id="rId1"/>
    <p:sldLayoutId id="2147485155" r:id="rId2"/>
    <p:sldLayoutId id="2147485156" r:id="rId3"/>
    <p:sldLayoutId id="2147485157" r:id="rId4"/>
    <p:sldLayoutId id="2147485158" r:id="rId5"/>
    <p:sldLayoutId id="2147485159" r:id="rId6"/>
    <p:sldLayoutId id="2147485160" r:id="rId7"/>
    <p:sldLayoutId id="2147485161" r:id="rId8"/>
    <p:sldLayoutId id="2147485162" r:id="rId9"/>
    <p:sldLayoutId id="2147485163" r:id="rId10"/>
    <p:sldLayoutId id="2147485164" r:id="rId11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kumimoji="1" sz="2800" b="1">
          <a:solidFill>
            <a:schemeClr val="tx2"/>
          </a:solidFill>
          <a:latin typeface="+mj-lt"/>
          <a:ea typeface="+mj-ea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kumimoji="1" sz="2800" b="1">
          <a:solidFill>
            <a:schemeClr val="tx2"/>
          </a:solidFill>
          <a:latin typeface="Gill Sans MT" pitchFamily="34" charset="0"/>
          <a:ea typeface="微軟正黑體" pitchFamily="34" charset="-120"/>
        </a:defRPr>
      </a:lvl2pPr>
      <a:lvl3pPr algn="l" rtl="0" eaLnBrk="0" fontAlgn="base" hangingPunct="0">
        <a:spcBef>
          <a:spcPct val="0"/>
        </a:spcBef>
        <a:spcAft>
          <a:spcPct val="0"/>
        </a:spcAft>
        <a:defRPr kumimoji="1" sz="2800" b="1">
          <a:solidFill>
            <a:schemeClr val="tx2"/>
          </a:solidFill>
          <a:latin typeface="Gill Sans MT" pitchFamily="34" charset="0"/>
          <a:ea typeface="微軟正黑體" pitchFamily="34" charset="-120"/>
        </a:defRPr>
      </a:lvl3pPr>
      <a:lvl4pPr algn="l" rtl="0" eaLnBrk="0" fontAlgn="base" hangingPunct="0">
        <a:spcBef>
          <a:spcPct val="0"/>
        </a:spcBef>
        <a:spcAft>
          <a:spcPct val="0"/>
        </a:spcAft>
        <a:defRPr kumimoji="1" sz="2800" b="1">
          <a:solidFill>
            <a:schemeClr val="tx2"/>
          </a:solidFill>
          <a:latin typeface="Gill Sans MT" pitchFamily="34" charset="0"/>
          <a:ea typeface="微軟正黑體" pitchFamily="34" charset="-120"/>
        </a:defRPr>
      </a:lvl4pPr>
      <a:lvl5pPr algn="l" rtl="0" eaLnBrk="0" fontAlgn="base" hangingPunct="0">
        <a:spcBef>
          <a:spcPct val="0"/>
        </a:spcBef>
        <a:spcAft>
          <a:spcPct val="0"/>
        </a:spcAft>
        <a:defRPr kumimoji="1" sz="2800" b="1">
          <a:solidFill>
            <a:schemeClr val="tx2"/>
          </a:solidFill>
          <a:latin typeface="Gill Sans MT" pitchFamily="34" charset="0"/>
          <a:ea typeface="微軟正黑體" pitchFamily="34" charset="-120"/>
        </a:defRPr>
      </a:lvl5pPr>
      <a:lvl6pPr marL="457200" algn="l" rtl="0" eaLnBrk="0" fontAlgn="base" hangingPunct="0">
        <a:spcBef>
          <a:spcPct val="0"/>
        </a:spcBef>
        <a:spcAft>
          <a:spcPct val="0"/>
        </a:spcAft>
        <a:defRPr kumimoji="1" sz="2800" b="1">
          <a:solidFill>
            <a:schemeClr val="tx2"/>
          </a:solidFill>
          <a:latin typeface="Gill Sans MT" pitchFamily="34" charset="0"/>
          <a:ea typeface="微軟正黑體" pitchFamily="34" charset="-120"/>
        </a:defRPr>
      </a:lvl6pPr>
      <a:lvl7pPr marL="914400" algn="l" rtl="0" eaLnBrk="0" fontAlgn="base" hangingPunct="0">
        <a:spcBef>
          <a:spcPct val="0"/>
        </a:spcBef>
        <a:spcAft>
          <a:spcPct val="0"/>
        </a:spcAft>
        <a:defRPr kumimoji="1" sz="2800" b="1">
          <a:solidFill>
            <a:schemeClr val="tx2"/>
          </a:solidFill>
          <a:latin typeface="Gill Sans MT" pitchFamily="34" charset="0"/>
          <a:ea typeface="微軟正黑體" pitchFamily="34" charset="-120"/>
        </a:defRPr>
      </a:lvl7pPr>
      <a:lvl8pPr marL="1371600" algn="l" rtl="0" eaLnBrk="0" fontAlgn="base" hangingPunct="0">
        <a:spcBef>
          <a:spcPct val="0"/>
        </a:spcBef>
        <a:spcAft>
          <a:spcPct val="0"/>
        </a:spcAft>
        <a:defRPr kumimoji="1" sz="2800" b="1">
          <a:solidFill>
            <a:schemeClr val="tx2"/>
          </a:solidFill>
          <a:latin typeface="Gill Sans MT" pitchFamily="34" charset="0"/>
          <a:ea typeface="微軟正黑體" pitchFamily="34" charset="-120"/>
        </a:defRPr>
      </a:lvl8pPr>
      <a:lvl9pPr marL="1828800" algn="l" rtl="0" eaLnBrk="0" fontAlgn="base" hangingPunct="0">
        <a:spcBef>
          <a:spcPct val="0"/>
        </a:spcBef>
        <a:spcAft>
          <a:spcPct val="0"/>
        </a:spcAft>
        <a:defRPr kumimoji="1" sz="2800" b="1">
          <a:solidFill>
            <a:schemeClr val="tx2"/>
          </a:solidFill>
          <a:latin typeface="Gill Sans MT" pitchFamily="34" charset="0"/>
          <a:ea typeface="微軟正黑體" pitchFamily="34" charset="-12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Font typeface="Wingdings" pitchFamily="2" charset="2"/>
        <a:buChar char="l"/>
        <a:defRPr kumimoji="1" sz="20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Font typeface="Wingdings" pitchFamily="2" charset="2"/>
        <a:buChar char="l"/>
        <a:defRPr kumimoji="1" sz="1600">
          <a:solidFill>
            <a:schemeClr val="tx1"/>
          </a:solidFill>
          <a:latin typeface="+mn-lt"/>
          <a:ea typeface="+mn-ea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Font typeface="Wingdings" pitchFamily="2" charset="2"/>
        <a:buChar char="l"/>
        <a:defRPr kumimoji="1" sz="1400">
          <a:solidFill>
            <a:schemeClr val="tx1"/>
          </a:solidFill>
          <a:latin typeface="+mn-lt"/>
          <a:ea typeface="+mn-ea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Font typeface="Wingdings" pitchFamily="2" charset="2"/>
        <a:buChar char="l"/>
        <a:defRPr kumimoji="1" sz="1200">
          <a:solidFill>
            <a:schemeClr val="tx1"/>
          </a:solidFill>
          <a:latin typeface="+mn-lt"/>
          <a:ea typeface="+mn-ea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Font typeface="Wingdings" pitchFamily="2" charset="2"/>
        <a:buChar char="l"/>
        <a:defRPr kumimoji="1" sz="1000">
          <a:solidFill>
            <a:schemeClr val="tx1"/>
          </a:solidFill>
          <a:latin typeface="+mn-lt"/>
          <a:ea typeface="+mn-ea"/>
        </a:defRPr>
      </a:lvl5pPr>
      <a:lvl6pPr marL="2514600" indent="-228600" algn="l" rtl="0" eaLnBrk="0" fontAlgn="base" hangingPunct="0">
        <a:spcBef>
          <a:spcPct val="20000"/>
        </a:spcBef>
        <a:spcAft>
          <a:spcPct val="0"/>
        </a:spcAft>
        <a:buFont typeface="Wingdings" pitchFamily="2" charset="2"/>
        <a:buChar char="l"/>
        <a:defRPr kumimoji="1" sz="1000">
          <a:solidFill>
            <a:schemeClr val="tx1"/>
          </a:solidFill>
          <a:latin typeface="+mn-lt"/>
          <a:ea typeface="+mn-ea"/>
        </a:defRPr>
      </a:lvl6pPr>
      <a:lvl7pPr marL="2971800" indent="-228600" algn="l" rtl="0" eaLnBrk="0" fontAlgn="base" hangingPunct="0">
        <a:spcBef>
          <a:spcPct val="20000"/>
        </a:spcBef>
        <a:spcAft>
          <a:spcPct val="0"/>
        </a:spcAft>
        <a:buFont typeface="Wingdings" pitchFamily="2" charset="2"/>
        <a:buChar char="l"/>
        <a:defRPr kumimoji="1" sz="1000">
          <a:solidFill>
            <a:schemeClr val="tx1"/>
          </a:solidFill>
          <a:latin typeface="+mn-lt"/>
          <a:ea typeface="+mn-ea"/>
        </a:defRPr>
      </a:lvl7pPr>
      <a:lvl8pPr marL="3429000" indent="-228600" algn="l" rtl="0" eaLnBrk="0" fontAlgn="base" hangingPunct="0">
        <a:spcBef>
          <a:spcPct val="20000"/>
        </a:spcBef>
        <a:spcAft>
          <a:spcPct val="0"/>
        </a:spcAft>
        <a:buFont typeface="Wingdings" pitchFamily="2" charset="2"/>
        <a:buChar char="l"/>
        <a:defRPr kumimoji="1" sz="1000">
          <a:solidFill>
            <a:schemeClr val="tx1"/>
          </a:solidFill>
          <a:latin typeface="+mn-lt"/>
          <a:ea typeface="+mn-ea"/>
        </a:defRPr>
      </a:lvl8pPr>
      <a:lvl9pPr marL="3886200" indent="-228600" algn="l" rtl="0" eaLnBrk="0" fontAlgn="base" hangingPunct="0">
        <a:spcBef>
          <a:spcPct val="20000"/>
        </a:spcBef>
        <a:spcAft>
          <a:spcPct val="0"/>
        </a:spcAft>
        <a:buFont typeface="Wingdings" pitchFamily="2" charset="2"/>
        <a:buChar char="l"/>
        <a:defRPr kumimoji="1" sz="10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zh-TW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122" name="Picture 3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0" y="0"/>
            <a:ext cx="9144000" cy="5143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5123" name="Picture 8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2946400" y="1113236"/>
            <a:ext cx="3251200" cy="322183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284690" name="Text Box 18"/>
          <p:cNvSpPr txBox="1">
            <a:spLocks noChangeArrowheads="1"/>
          </p:cNvSpPr>
          <p:nvPr/>
        </p:nvSpPr>
        <p:spPr bwMode="auto">
          <a:xfrm>
            <a:off x="6754816" y="4902995"/>
            <a:ext cx="2389187" cy="24622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  <a:defRPr/>
            </a:pPr>
            <a:r>
              <a:rPr lang="en-US" altLang="zh-TW" sz="1000">
                <a:solidFill>
                  <a:srgbClr val="808080"/>
                </a:solidFill>
                <a:ea typeface="微軟正黑體" pitchFamily="34" charset="-120"/>
              </a:rPr>
              <a:t>Only for eABC, ABC, APC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5166" r:id="rId1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Arial" pitchFamily="34" charset="0"/>
          <a:ea typeface="新細明體" pitchFamily="18" charset="-12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Arial" pitchFamily="34" charset="0"/>
          <a:ea typeface="新細明體" pitchFamily="18" charset="-12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Arial" pitchFamily="34" charset="0"/>
          <a:ea typeface="新細明體" pitchFamily="18" charset="-12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Arial" pitchFamily="34" charset="0"/>
          <a:ea typeface="新細明體" pitchFamily="18" charset="-120"/>
        </a:defRPr>
      </a:lvl5pPr>
      <a:lvl6pPr marL="457200" algn="ctr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Arial" pitchFamily="34" charset="0"/>
          <a:ea typeface="新細明體" pitchFamily="18" charset="-120"/>
        </a:defRPr>
      </a:lvl6pPr>
      <a:lvl7pPr marL="914400" algn="ctr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Arial" pitchFamily="34" charset="0"/>
          <a:ea typeface="新細明體" pitchFamily="18" charset="-120"/>
        </a:defRPr>
      </a:lvl7pPr>
      <a:lvl8pPr marL="1371600" algn="ctr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Arial" pitchFamily="34" charset="0"/>
          <a:ea typeface="新細明體" pitchFamily="18" charset="-120"/>
        </a:defRPr>
      </a:lvl8pPr>
      <a:lvl9pPr marL="1828800" algn="ctr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Arial" pitchFamily="34" charset="0"/>
          <a:ea typeface="新細明體" pitchFamily="18" charset="-12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kumimoji="1"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kumimoji="1" sz="2800">
          <a:solidFill>
            <a:schemeClr val="tx1"/>
          </a:solidFill>
          <a:latin typeface="+mn-lt"/>
          <a:ea typeface="+mn-ea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kumimoji="1" sz="2400">
          <a:solidFill>
            <a:schemeClr val="tx1"/>
          </a:solidFill>
          <a:latin typeface="+mn-lt"/>
          <a:ea typeface="+mn-ea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kumimoji="1" sz="2000">
          <a:solidFill>
            <a:schemeClr val="tx1"/>
          </a:solidFill>
          <a:latin typeface="+mn-lt"/>
          <a:ea typeface="+mn-ea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5pPr>
      <a:lvl6pPr marL="2514600" indent="-228600" algn="l" rtl="0" eaLnBrk="0" fontAlgn="base" hangingPunct="0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6pPr>
      <a:lvl7pPr marL="2971800" indent="-228600" algn="l" rtl="0" eaLnBrk="0" fontAlgn="base" hangingPunct="0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7pPr>
      <a:lvl8pPr marL="3429000" indent="-228600" algn="l" rtl="0" eaLnBrk="0" fontAlgn="base" hangingPunct="0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8pPr>
      <a:lvl9pPr marL="3886200" indent="-228600" algn="l" rtl="0" eaLnBrk="0" fontAlgn="base" hangingPunct="0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zh-TW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7" Type="http://schemas.openxmlformats.org/officeDocument/2006/relationships/image" Target="../media/image15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9.xml"/><Relationship Id="rId6" Type="http://schemas.openxmlformats.org/officeDocument/2006/relationships/image" Target="../media/image14.png"/><Relationship Id="rId5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9.xml"/><Relationship Id="rId4" Type="http://schemas.openxmlformats.org/officeDocument/2006/relationships/image" Target="../media/image18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25.jpeg"/><Relationship Id="rId3" Type="http://schemas.openxmlformats.org/officeDocument/2006/relationships/image" Target="../media/image20.emf"/><Relationship Id="rId7" Type="http://schemas.openxmlformats.org/officeDocument/2006/relationships/image" Target="../media/image24.jpe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9.xml"/><Relationship Id="rId6" Type="http://schemas.openxmlformats.org/officeDocument/2006/relationships/image" Target="../media/image23.tiff"/><Relationship Id="rId5" Type="http://schemas.openxmlformats.org/officeDocument/2006/relationships/image" Target="../media/image22.tiff"/><Relationship Id="rId10" Type="http://schemas.openxmlformats.org/officeDocument/2006/relationships/image" Target="../media/image27.png"/><Relationship Id="rId4" Type="http://schemas.openxmlformats.org/officeDocument/2006/relationships/image" Target="../media/image21.jpeg"/><Relationship Id="rId9" Type="http://schemas.openxmlformats.org/officeDocument/2006/relationships/image" Target="../media/image26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9.xml"/><Relationship Id="rId4" Type="http://schemas.openxmlformats.org/officeDocument/2006/relationships/image" Target="../media/image30.png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7" Type="http://schemas.openxmlformats.org/officeDocument/2006/relationships/image" Target="../media/image36.png"/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9.xml"/><Relationship Id="rId6" Type="http://schemas.openxmlformats.org/officeDocument/2006/relationships/image" Target="../media/image35.png"/><Relationship Id="rId5" Type="http://schemas.openxmlformats.org/officeDocument/2006/relationships/image" Target="../media/image34.png"/><Relationship Id="rId4" Type="http://schemas.openxmlformats.org/officeDocument/2006/relationships/image" Target="../media/image33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9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png"/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9.xml"/><Relationship Id="rId5" Type="http://schemas.openxmlformats.org/officeDocument/2006/relationships/image" Target="../media/image41.emf"/><Relationship Id="rId4" Type="http://schemas.openxmlformats.org/officeDocument/2006/relationships/image" Target="../media/image40.emf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3.png"/><Relationship Id="rId2" Type="http://schemas.openxmlformats.org/officeDocument/2006/relationships/image" Target="../media/image42.png"/><Relationship Id="rId1" Type="http://schemas.openxmlformats.org/officeDocument/2006/relationships/slideLayout" Target="../slideLayouts/slideLayout9.xml"/><Relationship Id="rId4" Type="http://schemas.openxmlformats.org/officeDocument/2006/relationships/image" Target="../media/image44.pn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標題 2"/>
          <p:cNvSpPr>
            <a:spLocks noGrp="1"/>
          </p:cNvSpPr>
          <p:nvPr>
            <p:ph type="title"/>
          </p:nvPr>
        </p:nvSpPr>
        <p:spPr>
          <a:xfrm>
            <a:off x="1016605" y="1851670"/>
            <a:ext cx="7785865" cy="2025225"/>
          </a:xfrm>
        </p:spPr>
        <p:txBody>
          <a:bodyPr>
            <a:normAutofit/>
          </a:bodyPr>
          <a:lstStyle/>
          <a:p>
            <a:r>
              <a:rPr lang="zh-TW" altLang="en-US" sz="3200" dirty="0" smtClean="0">
                <a:latin typeface="微軟正黑體" pitchFamily="34" charset="-120"/>
              </a:rPr>
              <a:t>智慧製造人才</a:t>
            </a:r>
            <a:r>
              <a:rPr lang="zh-TW" altLang="en-US" sz="3200" dirty="0" smtClean="0"/>
              <a:t>提報申請表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標題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smtClean="0"/>
              <a:t>DAC</a:t>
            </a:r>
            <a:r>
              <a:rPr lang="zh-TW" altLang="en-US" smtClean="0"/>
              <a:t>專家與</a:t>
            </a:r>
            <a:r>
              <a:rPr lang="en-US" altLang="zh-TW" smtClean="0"/>
              <a:t>Level3 </a:t>
            </a:r>
            <a:r>
              <a:rPr lang="zh-TW" altLang="en-US" smtClean="0"/>
              <a:t>菁英提報申請表</a:t>
            </a:r>
            <a:endParaRPr lang="zh-TW" altLang="en-US" dirty="0"/>
          </a:p>
        </p:txBody>
      </p:sp>
      <p:graphicFrame>
        <p:nvGraphicFramePr>
          <p:cNvPr id="4" name="表格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3695614"/>
              </p:ext>
            </p:extLst>
          </p:nvPr>
        </p:nvGraphicFramePr>
        <p:xfrm>
          <a:off x="656565" y="771550"/>
          <a:ext cx="7875877" cy="4385613"/>
        </p:xfrm>
        <a:graphic>
          <a:graphicData uri="http://schemas.openxmlformats.org/drawingml/2006/table">
            <a:tbl>
              <a:tblPr/>
              <a:tblGrid>
                <a:gridCol w="84877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3851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0292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3485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45503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211283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88482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624356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576417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509418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  <a:gridCol w="646627">
                  <a:extLst>
                    <a:ext uri="{9D8B030D-6E8A-4147-A177-3AD203B41FA5}">
                      <a16:colId xmlns:a16="http://schemas.microsoft.com/office/drawing/2014/main" val="20010"/>
                    </a:ext>
                  </a:extLst>
                </a:gridCol>
                <a:gridCol w="343483">
                  <a:extLst>
                    <a:ext uri="{9D8B030D-6E8A-4147-A177-3AD203B41FA5}">
                      <a16:colId xmlns:a16="http://schemas.microsoft.com/office/drawing/2014/main" val="20011"/>
                    </a:ext>
                  </a:extLst>
                </a:gridCol>
                <a:gridCol w="990109">
                  <a:extLst>
                    <a:ext uri="{9D8B030D-6E8A-4147-A177-3AD203B41FA5}">
                      <a16:colId xmlns:a16="http://schemas.microsoft.com/office/drawing/2014/main" val="20012"/>
                    </a:ext>
                  </a:extLst>
                </a:gridCol>
                <a:gridCol w="1215137">
                  <a:extLst>
                    <a:ext uri="{9D8B030D-6E8A-4147-A177-3AD203B41FA5}">
                      <a16:colId xmlns:a16="http://schemas.microsoft.com/office/drawing/2014/main" val="20013"/>
                    </a:ext>
                  </a:extLst>
                </a:gridCol>
              </a:tblGrid>
              <a:tr h="210864">
                <a:tc gridSpan="14">
                  <a:txBody>
                    <a:bodyPr/>
                    <a:lstStyle/>
                    <a:p>
                      <a:pPr algn="ctr" fontAlgn="ctr"/>
                      <a:r>
                        <a:rPr lang="en-US" altLang="zh-TW" sz="1000" b="1" i="0" u="none" strike="noStrike" dirty="0">
                          <a:solidFill>
                            <a:srgbClr val="FFFFFF"/>
                          </a:solidFill>
                          <a:latin typeface="微軟正黑體" pitchFamily="34" charset="-120"/>
                          <a:ea typeface="微軟正黑體" pitchFamily="34" charset="-120"/>
                        </a:rPr>
                        <a:t>(</a:t>
                      </a:r>
                      <a:r>
                        <a:rPr lang="zh-TW" altLang="en-US" sz="1000" b="1" i="0" u="none" strike="noStrike" dirty="0">
                          <a:solidFill>
                            <a:srgbClr val="FFFFFF"/>
                          </a:solidFill>
                          <a:latin typeface="微軟正黑體" pitchFamily="34" charset="-120"/>
                          <a:ea typeface="微軟正黑體" pitchFamily="34" charset="-120"/>
                        </a:rPr>
                        <a:t>一</a:t>
                      </a:r>
                      <a:r>
                        <a:rPr lang="en-US" altLang="zh-TW" sz="1000" b="1" i="0" u="none" strike="noStrike" dirty="0">
                          <a:solidFill>
                            <a:srgbClr val="FFFFFF"/>
                          </a:solidFill>
                          <a:latin typeface="微軟正黑體" pitchFamily="34" charset="-120"/>
                          <a:ea typeface="微軟正黑體" pitchFamily="34" charset="-120"/>
                        </a:rPr>
                        <a:t>)</a:t>
                      </a:r>
                      <a:r>
                        <a:rPr lang="zh-TW" altLang="en-US" sz="1000" b="1" i="0" u="none" strike="noStrike" dirty="0">
                          <a:solidFill>
                            <a:srgbClr val="FFFFFF"/>
                          </a:solidFill>
                          <a:latin typeface="微軟正黑體" pitchFamily="34" charset="-120"/>
                          <a:ea typeface="微軟正黑體" pitchFamily="34" charset="-120"/>
                        </a:rPr>
                        <a:t>提報人員基本資料</a:t>
                      </a:r>
                    </a:p>
                  </a:txBody>
                  <a:tcPr marL="36000" marR="36000" marT="0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060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97769">
                <a:tc>
                  <a:txBody>
                    <a:bodyPr/>
                    <a:lstStyle/>
                    <a:p>
                      <a:pPr algn="ctr" fontAlgn="ctr"/>
                      <a:r>
                        <a:rPr lang="zh-TW" altLang="en-US" sz="900" b="1" i="0" u="none" strike="noStrike" dirty="0" smtClean="0">
                          <a:latin typeface="微軟正黑體" pitchFamily="34" charset="-120"/>
                          <a:ea typeface="微軟正黑體" pitchFamily="34" charset="-120"/>
                        </a:rPr>
                        <a:t>申請類別</a:t>
                      </a:r>
                      <a:endParaRPr lang="zh-TW" altLang="en-US" sz="900" b="1" i="0" u="none" strike="noStrike" dirty="0">
                        <a:latin typeface="微軟正黑體" pitchFamily="34" charset="-120"/>
                        <a:ea typeface="微軟正黑體" pitchFamily="34" charset="-120"/>
                      </a:endParaRPr>
                    </a:p>
                  </a:txBody>
                  <a:tcPr marL="36000" marR="36000" marT="0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pPr algn="ctr" fontAlgn="ctr"/>
                      <a:r>
                        <a:rPr lang="zh-TW" altLang="en-US" sz="900" b="1" i="0" u="none" strike="noStrike" dirty="0" smtClean="0">
                          <a:latin typeface="微軟正黑體" pitchFamily="34" charset="-120"/>
                          <a:ea typeface="微軟正黑體" pitchFamily="34" charset="-120"/>
                        </a:rPr>
                        <a:t> □ 菁英人才</a:t>
                      </a:r>
                      <a:endParaRPr lang="en-US" altLang="zh-TW" sz="900" b="1" i="0" u="none" strike="noStrike" dirty="0" smtClean="0">
                        <a:latin typeface="微軟正黑體" pitchFamily="34" charset="-120"/>
                        <a:ea typeface="微軟正黑體" pitchFamily="34" charset="-120"/>
                      </a:endParaRPr>
                    </a:p>
                    <a:p>
                      <a:pPr algn="ctr" fontAlgn="ctr"/>
                      <a:r>
                        <a:rPr lang="zh-TW" altLang="en-US" sz="900" b="1" i="0" u="none" strike="noStrike" dirty="0" smtClean="0">
                          <a:latin typeface="微軟正黑體" pitchFamily="34" charset="-120"/>
                          <a:ea typeface="微軟正黑體" pitchFamily="34" charset="-120"/>
                        </a:rPr>
                        <a:t> □ </a:t>
                      </a:r>
                      <a:r>
                        <a:rPr lang="en-US" altLang="zh-TW" sz="900" b="1" i="0" u="none" strike="noStrike" dirty="0" smtClean="0">
                          <a:latin typeface="微軟正黑體" pitchFamily="34" charset="-120"/>
                          <a:ea typeface="微軟正黑體" pitchFamily="34" charset="-120"/>
                        </a:rPr>
                        <a:t>DAC</a:t>
                      </a:r>
                      <a:r>
                        <a:rPr lang="zh-TW" altLang="en-US" sz="900" b="1" i="0" u="none" strike="noStrike" dirty="0" smtClean="0">
                          <a:latin typeface="微軟正黑體" pitchFamily="34" charset="-120"/>
                          <a:ea typeface="微軟正黑體" pitchFamily="34" charset="-120"/>
                        </a:rPr>
                        <a:t>專家</a:t>
                      </a:r>
                      <a:endParaRPr lang="zh-TW" altLang="en-US" sz="900" b="1" i="0" u="none" strike="noStrike" dirty="0">
                        <a:latin typeface="微軟正黑體" pitchFamily="34" charset="-120"/>
                        <a:ea typeface="微軟正黑體" pitchFamily="34" charset="-120"/>
                      </a:endParaRPr>
                    </a:p>
                  </a:txBody>
                  <a:tcPr marL="36000" marR="36000" marT="0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algn="l" fontAlgn="ctr"/>
                      <a:endParaRPr lang="zh-TW" altLang="en-US" sz="900" b="1" i="0" u="none" strike="noStrike" dirty="0">
                        <a:latin typeface="Gill Sans MT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 gridSpan="4">
                  <a:txBody>
                    <a:bodyPr/>
                    <a:lstStyle/>
                    <a:p>
                      <a:pPr marL="0" marR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TW" altLang="en-US" sz="900" b="1" i="0" u="none" strike="noStrike" dirty="0" smtClean="0">
                          <a:latin typeface="微軟正黑體" pitchFamily="34" charset="-120"/>
                          <a:ea typeface="微軟正黑體" pitchFamily="34" charset="-120"/>
                        </a:rPr>
                        <a:t>　技術類別</a:t>
                      </a:r>
                    </a:p>
                  </a:txBody>
                  <a:tcPr marL="36000" marR="36000" marT="0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gridSpan="7">
                  <a:txBody>
                    <a:bodyPr/>
                    <a:lstStyle/>
                    <a:p>
                      <a:pPr algn="l" fontAlgn="ctr"/>
                      <a:r>
                        <a:rPr lang="zh-TW" altLang="en-US" sz="900" b="1" i="0" u="none" strike="noStrike" dirty="0" smtClean="0">
                          <a:latin typeface="微軟正黑體" pitchFamily="34" charset="-120"/>
                          <a:ea typeface="微軟正黑體" pitchFamily="34" charset="-120"/>
                        </a:rPr>
                        <a:t> □ 自動化流程設計</a:t>
                      </a:r>
                      <a:r>
                        <a:rPr lang="en-US" altLang="zh-TW" sz="900" b="1" i="0" u="none" strike="noStrike" dirty="0" smtClean="0">
                          <a:latin typeface="微軟正黑體" pitchFamily="34" charset="-120"/>
                          <a:ea typeface="微軟正黑體" pitchFamily="34" charset="-120"/>
                        </a:rPr>
                        <a:t>(</a:t>
                      </a:r>
                      <a:r>
                        <a:rPr lang="zh-TW" altLang="en-US" sz="900" b="1" i="0" u="none" strike="noStrike" dirty="0" smtClean="0">
                          <a:latin typeface="微軟正黑體" pitchFamily="34" charset="-120"/>
                          <a:ea typeface="微軟正黑體" pitchFamily="34" charset="-120"/>
                        </a:rPr>
                        <a:t>廠端</a:t>
                      </a:r>
                      <a:r>
                        <a:rPr lang="en-US" altLang="zh-TW" sz="900" b="1" i="0" u="none" strike="noStrike" dirty="0" smtClean="0">
                          <a:latin typeface="微軟正黑體" pitchFamily="34" charset="-120"/>
                          <a:ea typeface="微軟正黑體" pitchFamily="34" charset="-120"/>
                        </a:rPr>
                        <a:t>FA)  </a:t>
                      </a:r>
                      <a:r>
                        <a:rPr lang="zh-TW" altLang="en-US" sz="900" b="1" i="0" u="none" strike="noStrike" dirty="0" smtClean="0">
                          <a:latin typeface="微軟正黑體" pitchFamily="34" charset="-120"/>
                          <a:ea typeface="微軟正黑體" pitchFamily="34" charset="-120"/>
                        </a:rPr>
                        <a:t>■</a:t>
                      </a:r>
                      <a:r>
                        <a:rPr lang="en-US" altLang="zh-TW" sz="900" b="1" i="0" u="none" strike="noStrike" dirty="0" smtClean="0">
                          <a:latin typeface="微軟正黑體" pitchFamily="34" charset="-120"/>
                          <a:ea typeface="微軟正黑體" pitchFamily="34" charset="-120"/>
                        </a:rPr>
                        <a:t> </a:t>
                      </a:r>
                      <a:r>
                        <a:rPr lang="zh-TW" altLang="en-US" sz="900" b="1" i="0" u="none" strike="noStrike" dirty="0" smtClean="0">
                          <a:latin typeface="微軟正黑體" pitchFamily="34" charset="-120"/>
                          <a:ea typeface="微軟正黑體" pitchFamily="34" charset="-120"/>
                        </a:rPr>
                        <a:t>自動化設備開發  □ 數位化技術  </a:t>
                      </a:r>
                      <a:endParaRPr lang="en-US" altLang="zh-TW" sz="900" b="1" i="0" u="none" strike="noStrike" dirty="0" smtClean="0">
                        <a:latin typeface="微軟正黑體" pitchFamily="34" charset="-120"/>
                        <a:ea typeface="微軟正黑體" pitchFamily="34" charset="-120"/>
                      </a:endParaRPr>
                    </a:p>
                    <a:p>
                      <a:pPr algn="l" fontAlgn="ctr"/>
                      <a:r>
                        <a:rPr lang="zh-TW" altLang="en-US" sz="900" b="1" i="0" u="none" strike="noStrike" dirty="0" smtClean="0">
                          <a:latin typeface="微軟正黑體" pitchFamily="34" charset="-120"/>
                          <a:ea typeface="微軟正黑體" pitchFamily="34" charset="-120"/>
                        </a:rPr>
                        <a:t> ■ 影像辨識</a:t>
                      </a:r>
                      <a:r>
                        <a:rPr lang="en-US" altLang="zh-TW" sz="900" b="1" i="0" u="none" strike="noStrike" dirty="0" smtClean="0">
                          <a:latin typeface="微軟正黑體" pitchFamily="34" charset="-120"/>
                          <a:ea typeface="微軟正黑體" pitchFamily="34" charset="-120"/>
                        </a:rPr>
                        <a:t>/</a:t>
                      </a:r>
                      <a:r>
                        <a:rPr lang="zh-TW" altLang="en-US" sz="900" b="1" i="0" u="none" strike="noStrike" dirty="0" smtClean="0">
                          <a:latin typeface="微軟正黑體" pitchFamily="34" charset="-120"/>
                          <a:ea typeface="微軟正黑體" pitchFamily="34" charset="-120"/>
                        </a:rPr>
                        <a:t>量測 □ 預測式生產  □ 機台設備預警  □ 智控中心  □ </a:t>
                      </a:r>
                      <a:r>
                        <a:rPr lang="en-US" altLang="zh-TW" sz="900" b="1" i="0" u="none" strike="noStrike" dirty="0" smtClean="0">
                          <a:latin typeface="微軟正黑體" pitchFamily="34" charset="-120"/>
                          <a:ea typeface="微軟正黑體" pitchFamily="34" charset="-120"/>
                        </a:rPr>
                        <a:t>FAE</a:t>
                      </a:r>
                      <a:r>
                        <a:rPr lang="zh-TW" altLang="en-US" sz="900" b="1" i="0" u="none" strike="noStrike" dirty="0" smtClean="0">
                          <a:latin typeface="微軟正黑體" pitchFamily="34" charset="-120"/>
                          <a:ea typeface="微軟正黑體" pitchFamily="34" charset="-120"/>
                        </a:rPr>
                        <a:t>場域應用 □其他</a:t>
                      </a:r>
                      <a:r>
                        <a:rPr lang="en-US" altLang="zh-TW" sz="900" b="1" i="0" u="none" strike="noStrike" dirty="0" smtClean="0">
                          <a:latin typeface="微軟正黑體" pitchFamily="34" charset="-120"/>
                          <a:ea typeface="微軟正黑體" pitchFamily="34" charset="-120"/>
                        </a:rPr>
                        <a:t>_________</a:t>
                      </a:r>
                      <a:r>
                        <a:rPr lang="zh-TW" altLang="en-US" sz="900" b="1" i="0" u="none" strike="noStrike" dirty="0">
                          <a:latin typeface="微軟正黑體" pitchFamily="34" charset="-120"/>
                          <a:ea typeface="微軟正黑體" pitchFamily="34" charset="-120"/>
                        </a:rPr>
                        <a:t>　</a:t>
                      </a:r>
                    </a:p>
                  </a:txBody>
                  <a:tcPr marL="36000" marR="36000" marT="0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 fontAlgn="ctr"/>
                      <a:endParaRPr lang="zh-TW" altLang="en-US" sz="900" b="1" i="0" u="none" strike="noStrike" dirty="0">
                        <a:latin typeface="微軟正黑體" pitchFamily="34" charset="-120"/>
                        <a:ea typeface="微軟正黑體" pitchFamily="34" charset="-12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l" fontAlgn="ctr"/>
                      <a:endParaRPr lang="zh-TW" altLang="en-US" sz="900" b="1" i="0" u="none" strike="noStrike" dirty="0">
                        <a:latin typeface="微軟正黑體" pitchFamily="34" charset="-120"/>
                        <a:ea typeface="微軟正黑體" pitchFamily="34" charset="-12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97769">
                <a:tc>
                  <a:txBody>
                    <a:bodyPr/>
                    <a:lstStyle/>
                    <a:p>
                      <a:pPr algn="ctr" fontAlgn="ctr"/>
                      <a:r>
                        <a:rPr lang="zh-TW" altLang="en-US" sz="900" b="1" i="0" u="none" strike="noStrike" dirty="0">
                          <a:latin typeface="微軟正黑體" pitchFamily="34" charset="-120"/>
                          <a:ea typeface="微軟正黑體" pitchFamily="34" charset="-120"/>
                        </a:rPr>
                        <a:t>部門</a:t>
                      </a:r>
                    </a:p>
                  </a:txBody>
                  <a:tcPr marL="36000" marR="36000" marT="0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2">
                  <a:txBody>
                    <a:bodyPr/>
                    <a:lstStyle/>
                    <a:p>
                      <a:pPr algn="ctr" fontAlgn="ctr"/>
                      <a:r>
                        <a:rPr lang="zh-TW" altLang="en-US" sz="900" b="1" i="0" u="none" strike="noStrike" dirty="0">
                          <a:latin typeface="微軟正黑體" pitchFamily="34" charset="-120"/>
                          <a:ea typeface="微軟正黑體" pitchFamily="34" charset="-120"/>
                        </a:rPr>
                        <a:t>　</a:t>
                      </a:r>
                    </a:p>
                  </a:txBody>
                  <a:tcPr marL="36000" marR="36000" marT="0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algn="ctr" fontAlgn="ctr"/>
                      <a:endParaRPr lang="zh-TW" altLang="en-US" sz="800" b="1" i="0" u="none" strike="noStrike" dirty="0">
                        <a:latin typeface="微軟正黑體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TW" altLang="en-US" sz="900" b="1" i="0" u="none" strike="noStrike" dirty="0">
                          <a:latin typeface="微軟正黑體" pitchFamily="34" charset="-120"/>
                          <a:ea typeface="微軟正黑體" pitchFamily="34" charset="-120"/>
                        </a:rPr>
                        <a:t>姓名</a:t>
                      </a:r>
                    </a:p>
                  </a:txBody>
                  <a:tcPr marL="36000" marR="36000" marT="0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4">
                  <a:txBody>
                    <a:bodyPr/>
                    <a:lstStyle/>
                    <a:p>
                      <a:pPr algn="ctr" fontAlgn="ctr"/>
                      <a:r>
                        <a:rPr lang="zh-TW" altLang="en-US" sz="900" b="1" i="0" u="none" strike="noStrike" dirty="0" smtClean="0">
                          <a:latin typeface="微軟正黑體" pitchFamily="34" charset="-120"/>
                          <a:ea typeface="微軟正黑體" pitchFamily="34" charset="-120"/>
                        </a:rPr>
                        <a:t>謝佳錕</a:t>
                      </a:r>
                      <a:r>
                        <a:rPr lang="zh-TW" altLang="en-US" sz="900" b="1" i="0" u="none" strike="noStrike" dirty="0">
                          <a:latin typeface="微軟正黑體" pitchFamily="34" charset="-120"/>
                          <a:ea typeface="微軟正黑體" pitchFamily="34" charset="-120"/>
                        </a:rPr>
                        <a:t>　</a:t>
                      </a:r>
                    </a:p>
                  </a:txBody>
                  <a:tcPr marL="36000" marR="36000" marT="0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algn="ctr" fontAlgn="ctr"/>
                      <a:endParaRPr lang="zh-TW" altLang="en-US" sz="800" b="1" i="0" u="none" strike="noStrike" dirty="0">
                        <a:latin typeface="微軟正黑體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TW" altLang="en-US" sz="900" b="1" i="0" u="none" strike="noStrike" dirty="0">
                          <a:latin typeface="微軟正黑體" pitchFamily="34" charset="-120"/>
                          <a:ea typeface="微軟正黑體" pitchFamily="34" charset="-120"/>
                        </a:rPr>
                        <a:t>工號</a:t>
                      </a:r>
                    </a:p>
                  </a:txBody>
                  <a:tcPr marL="36000" marR="36000" marT="0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2">
                  <a:txBody>
                    <a:bodyPr/>
                    <a:lstStyle/>
                    <a:p>
                      <a:pPr algn="ctr" fontAlgn="ctr"/>
                      <a:r>
                        <a:rPr lang="en-US" altLang="zh-TW" sz="900" b="1" i="0" u="none" strike="noStrike" dirty="0" smtClean="0">
                          <a:latin typeface="微軟正黑體" pitchFamily="34" charset="-120"/>
                          <a:ea typeface="微軟正黑體" pitchFamily="34" charset="-120"/>
                        </a:rPr>
                        <a:t>2002033</a:t>
                      </a:r>
                      <a:r>
                        <a:rPr lang="zh-TW" altLang="en-US" sz="900" b="1" i="0" u="none" strike="noStrike" dirty="0">
                          <a:latin typeface="微軟正黑體" pitchFamily="34" charset="-120"/>
                          <a:ea typeface="微軟正黑體" pitchFamily="34" charset="-120"/>
                        </a:rPr>
                        <a:t>　</a:t>
                      </a:r>
                    </a:p>
                  </a:txBody>
                  <a:tcPr marL="36000" marR="36000" marT="0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 fontAlgn="ctr"/>
                      <a:r>
                        <a:rPr lang="zh-TW" altLang="en-US" sz="900" b="1" i="0" u="none" strike="noStrike" dirty="0">
                          <a:latin typeface="微軟正黑體" pitchFamily="34" charset="-120"/>
                          <a:ea typeface="微軟正黑體" pitchFamily="34" charset="-120"/>
                        </a:rPr>
                        <a:t>職務</a:t>
                      </a:r>
                    </a:p>
                  </a:txBody>
                  <a:tcPr marL="36000" marR="36000" marT="0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TW" altLang="en-US" sz="900" b="1" i="0" u="none" strike="noStrike" dirty="0" smtClean="0">
                          <a:latin typeface="微軟正黑體" pitchFamily="34" charset="-120"/>
                          <a:ea typeface="微軟正黑體" pitchFamily="34" charset="-120"/>
                        </a:rPr>
                        <a:t>高級工程師</a:t>
                      </a:r>
                      <a:r>
                        <a:rPr lang="zh-TW" altLang="en-US" sz="900" b="1" i="0" u="none" strike="noStrike" dirty="0">
                          <a:latin typeface="微軟正黑體" pitchFamily="34" charset="-120"/>
                          <a:ea typeface="微軟正黑體" pitchFamily="34" charset="-120"/>
                        </a:rPr>
                        <a:t>　</a:t>
                      </a:r>
                    </a:p>
                  </a:txBody>
                  <a:tcPr marL="36000" marR="36000" marT="0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97769">
                <a:tc>
                  <a:txBody>
                    <a:bodyPr/>
                    <a:lstStyle/>
                    <a:p>
                      <a:pPr algn="ctr" fontAlgn="ctr"/>
                      <a:r>
                        <a:rPr lang="zh-TW" altLang="en-US" sz="900" b="1" i="0" u="none" strike="noStrike" dirty="0" smtClean="0">
                          <a:latin typeface="微軟正黑體" pitchFamily="34" charset="-120"/>
                          <a:ea typeface="微軟正黑體" pitchFamily="34" charset="-120"/>
                        </a:rPr>
                        <a:t>技術年資</a:t>
                      </a:r>
                      <a:endParaRPr lang="zh-TW" altLang="en-US" sz="900" b="1" i="0" u="none" strike="noStrike" dirty="0">
                        <a:latin typeface="微軟正黑體" pitchFamily="34" charset="-120"/>
                        <a:ea typeface="微軟正黑體" pitchFamily="34" charset="-120"/>
                      </a:endParaRPr>
                    </a:p>
                  </a:txBody>
                  <a:tcPr marL="36000" marR="36000" marT="0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2">
                  <a:txBody>
                    <a:bodyPr/>
                    <a:lstStyle/>
                    <a:p>
                      <a:pPr algn="ctr" fontAlgn="ctr"/>
                      <a:r>
                        <a:rPr lang="en-US" sz="900" b="1" i="0" u="none" strike="noStrike" dirty="0">
                          <a:latin typeface="微軟正黑體" pitchFamily="34" charset="-120"/>
                          <a:ea typeface="微軟正黑體" pitchFamily="34" charset="-120"/>
                        </a:rPr>
                        <a:t>AUO</a:t>
                      </a:r>
                      <a:r>
                        <a:rPr lang="zh-TW" altLang="en-US" sz="900" b="1" i="0" u="none" strike="noStrike" dirty="0" smtClean="0">
                          <a:latin typeface="微軟正黑體" pitchFamily="34" charset="-120"/>
                          <a:ea typeface="微軟正黑體" pitchFamily="34" charset="-120"/>
                        </a:rPr>
                        <a:t>年資</a:t>
                      </a:r>
                      <a:r>
                        <a:rPr lang="en-US" altLang="zh-TW" sz="900" b="1" i="0" u="none" strike="noStrike" dirty="0" smtClean="0">
                          <a:latin typeface="微軟正黑體" pitchFamily="34" charset="-120"/>
                          <a:ea typeface="微軟正黑體" pitchFamily="34" charset="-120"/>
                        </a:rPr>
                        <a:t>(</a:t>
                      </a:r>
                      <a:r>
                        <a:rPr lang="en-US" sz="900" b="1" i="0" u="none" strike="noStrike" dirty="0">
                          <a:latin typeface="微軟正黑體" pitchFamily="34" charset="-120"/>
                          <a:ea typeface="微軟正黑體" pitchFamily="34" charset="-120"/>
                        </a:rPr>
                        <a:t>A)</a:t>
                      </a:r>
                    </a:p>
                  </a:txBody>
                  <a:tcPr marL="36000" marR="36000" marT="0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algn="ctr" fontAlgn="ctr"/>
                      <a:endParaRPr lang="zh-TW" altLang="en-US" sz="700" b="0" i="0" u="none" strike="noStrike">
                        <a:latin typeface="Gill Sans MT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3">
                  <a:txBody>
                    <a:bodyPr/>
                    <a:lstStyle/>
                    <a:p>
                      <a:pPr algn="ctr" fontAlgn="ctr"/>
                      <a:r>
                        <a:rPr lang="zh-TW" altLang="en-US" sz="900" b="0" i="0" u="none" strike="noStrike" dirty="0">
                          <a:latin typeface="微軟正黑體" pitchFamily="34" charset="-120"/>
                          <a:ea typeface="微軟正黑體" pitchFamily="34" charset="-120"/>
                        </a:rPr>
                        <a:t>　</a:t>
                      </a:r>
                      <a:r>
                        <a:rPr lang="en-US" altLang="zh-TW" sz="900" b="0" i="0" u="none" strike="noStrike" dirty="0" smtClean="0">
                          <a:latin typeface="微軟正黑體" pitchFamily="34" charset="-120"/>
                          <a:ea typeface="微軟正黑體" pitchFamily="34" charset="-120"/>
                        </a:rPr>
                        <a:t>1.87 </a:t>
                      </a:r>
                      <a:endParaRPr lang="zh-TW" altLang="en-US" sz="900" b="0" i="0" u="none" strike="noStrike" dirty="0">
                        <a:latin typeface="微軟正黑體" pitchFamily="34" charset="-120"/>
                        <a:ea typeface="微軟正黑體" pitchFamily="34" charset="-120"/>
                      </a:endParaRPr>
                    </a:p>
                  </a:txBody>
                  <a:tcPr marL="36000" marR="36000" marT="0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gridSpan="3">
                  <a:txBody>
                    <a:bodyPr/>
                    <a:lstStyle/>
                    <a:p>
                      <a:pPr algn="ctr" fontAlgn="ctr"/>
                      <a:r>
                        <a:rPr lang="zh-TW" altLang="en-US" sz="900" b="1" i="0" u="none" strike="noStrike" dirty="0">
                          <a:latin typeface="微軟正黑體" pitchFamily="34" charset="-120"/>
                          <a:ea typeface="微軟正黑體" pitchFamily="34" charset="-120"/>
                        </a:rPr>
                        <a:t>職前專業</a:t>
                      </a:r>
                      <a:r>
                        <a:rPr lang="zh-TW" altLang="en-US" sz="900" b="1" i="0" u="none" strike="noStrike" dirty="0" smtClean="0">
                          <a:latin typeface="微軟正黑體" pitchFamily="34" charset="-120"/>
                          <a:ea typeface="微軟正黑體" pitchFamily="34" charset="-120"/>
                        </a:rPr>
                        <a:t>年資</a:t>
                      </a:r>
                      <a:r>
                        <a:rPr lang="en-US" altLang="zh-TW" sz="900" b="1" i="0" u="none" strike="noStrike" dirty="0" smtClean="0">
                          <a:latin typeface="微軟正黑體" pitchFamily="34" charset="-120"/>
                          <a:ea typeface="微軟正黑體" pitchFamily="34" charset="-120"/>
                        </a:rPr>
                        <a:t>(</a:t>
                      </a:r>
                      <a:r>
                        <a:rPr lang="en-US" altLang="zh-TW" sz="900" b="1" i="0" u="none" strike="noStrike" dirty="0">
                          <a:latin typeface="微軟正黑體" pitchFamily="34" charset="-120"/>
                          <a:ea typeface="微軟正黑體" pitchFamily="34" charset="-120"/>
                        </a:rPr>
                        <a:t>B)</a:t>
                      </a:r>
                      <a:endParaRPr lang="zh-TW" altLang="en-US" sz="900" b="1" i="0" u="none" strike="noStrike" dirty="0">
                        <a:latin typeface="微軟正黑體" pitchFamily="34" charset="-120"/>
                        <a:ea typeface="微軟正黑體" pitchFamily="34" charset="-120"/>
                      </a:endParaRPr>
                    </a:p>
                  </a:txBody>
                  <a:tcPr marL="36000" marR="36000" marT="0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 fontAlgn="ctr"/>
                      <a:r>
                        <a:rPr lang="en-US" altLang="zh-TW" sz="900" b="0" i="0" u="none" strike="noStrike" kern="1200" dirty="0" smtClean="0">
                          <a:solidFill>
                            <a:schemeClr val="tx1"/>
                          </a:solidFill>
                          <a:latin typeface="微軟正黑體" pitchFamily="34" charset="-120"/>
                          <a:ea typeface="微軟正黑體" pitchFamily="34" charset="-120"/>
                          <a:cs typeface="+mn-cs"/>
                        </a:rPr>
                        <a:t>0.5</a:t>
                      </a:r>
                      <a:r>
                        <a:rPr lang="zh-TW" altLang="en-US" sz="900" b="0" i="0" u="none" strike="noStrike" kern="1200" dirty="0">
                          <a:solidFill>
                            <a:schemeClr val="tx1"/>
                          </a:solidFill>
                          <a:latin typeface="微軟正黑體" pitchFamily="34" charset="-120"/>
                          <a:ea typeface="微軟正黑體" pitchFamily="34" charset="-120"/>
                          <a:cs typeface="+mn-cs"/>
                        </a:rPr>
                        <a:t>　</a:t>
                      </a:r>
                    </a:p>
                  </a:txBody>
                  <a:tcPr marL="36000" marR="36000" marT="0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 fontAlgn="ctr"/>
                      <a:r>
                        <a:rPr lang="zh-TW" altLang="en-US" sz="900" b="1" i="0" u="none" strike="noStrike" dirty="0">
                          <a:latin typeface="微軟正黑體" pitchFamily="34" charset="-120"/>
                          <a:ea typeface="微軟正黑體" pitchFamily="34" charset="-120"/>
                        </a:rPr>
                        <a:t>總專業年資</a:t>
                      </a:r>
                      <a:r>
                        <a:rPr lang="en-US" altLang="zh-TW" sz="900" b="1" i="0" u="none" strike="noStrike" dirty="0">
                          <a:latin typeface="微軟正黑體" pitchFamily="34" charset="-120"/>
                          <a:ea typeface="微軟正黑體" pitchFamily="34" charset="-120"/>
                        </a:rPr>
                        <a:t>(</a:t>
                      </a:r>
                      <a:r>
                        <a:rPr lang="en-US" sz="900" b="1" i="0" u="none" strike="noStrike" dirty="0">
                          <a:latin typeface="微軟正黑體" pitchFamily="34" charset="-120"/>
                          <a:ea typeface="微軟正黑體" pitchFamily="34" charset="-120"/>
                        </a:rPr>
                        <a:t>A)+(B)</a:t>
                      </a:r>
                    </a:p>
                  </a:txBody>
                  <a:tcPr marL="36000" marR="36000" marT="0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TW" sz="900" b="0" i="0" u="none" strike="noStrike" dirty="0" smtClean="0">
                          <a:latin typeface="微軟正黑體" pitchFamily="34" charset="-120"/>
                          <a:ea typeface="微軟正黑體" pitchFamily="34" charset="-120"/>
                        </a:rPr>
                        <a:t>2.37</a:t>
                      </a:r>
                      <a:r>
                        <a:rPr lang="zh-TW" altLang="en-US" sz="900" b="0" i="0" u="none" strike="noStrike" dirty="0">
                          <a:latin typeface="微軟正黑體" pitchFamily="34" charset="-120"/>
                          <a:ea typeface="微軟正黑體" pitchFamily="34" charset="-120"/>
                        </a:rPr>
                        <a:t>　</a:t>
                      </a:r>
                    </a:p>
                  </a:txBody>
                  <a:tcPr marL="36000" marR="36000" marT="0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90457">
                <a:tc gridSpan="14">
                  <a:txBody>
                    <a:bodyPr/>
                    <a:lstStyle/>
                    <a:p>
                      <a:pPr algn="ctr" fontAlgn="ctr"/>
                      <a:r>
                        <a:rPr lang="en-US" altLang="zh-TW" sz="1000" b="1" i="0" u="none" strike="noStrike" dirty="0">
                          <a:solidFill>
                            <a:srgbClr val="FFFFFF"/>
                          </a:solidFill>
                          <a:latin typeface="微軟正黑體" pitchFamily="34" charset="-120"/>
                          <a:ea typeface="微軟正黑體" pitchFamily="34" charset="-120"/>
                        </a:rPr>
                        <a:t>(</a:t>
                      </a:r>
                      <a:r>
                        <a:rPr lang="zh-TW" altLang="en-US" sz="1000" b="1" i="0" u="none" strike="noStrike" dirty="0">
                          <a:solidFill>
                            <a:srgbClr val="FFFFFF"/>
                          </a:solidFill>
                          <a:latin typeface="微軟正黑體" pitchFamily="34" charset="-120"/>
                          <a:ea typeface="微軟正黑體" pitchFamily="34" charset="-120"/>
                        </a:rPr>
                        <a:t>二</a:t>
                      </a:r>
                      <a:r>
                        <a:rPr lang="en-US" altLang="zh-TW" sz="1000" b="1" i="0" u="none" strike="noStrike" dirty="0">
                          <a:solidFill>
                            <a:srgbClr val="FFFFFF"/>
                          </a:solidFill>
                          <a:latin typeface="微軟正黑體" pitchFamily="34" charset="-120"/>
                          <a:ea typeface="微軟正黑體" pitchFamily="34" charset="-120"/>
                        </a:rPr>
                        <a:t>)</a:t>
                      </a:r>
                      <a:r>
                        <a:rPr lang="zh-TW" altLang="en-US" sz="1000" b="1" i="0" u="none" strike="noStrike" dirty="0">
                          <a:solidFill>
                            <a:srgbClr val="FFFFFF"/>
                          </a:solidFill>
                          <a:latin typeface="微軟正黑體" pitchFamily="34" charset="-120"/>
                          <a:ea typeface="微軟正黑體" pitchFamily="34" charset="-120"/>
                        </a:rPr>
                        <a:t>推薦原因說明</a:t>
                      </a:r>
                    </a:p>
                  </a:txBody>
                  <a:tcPr marL="36000" marR="36000" marT="0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060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900000">
                <a:tc rowSpan="12" gridSpan="2"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zh-TW" altLang="en-US" sz="9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微軟正黑體" pitchFamily="34" charset="-120"/>
                          <a:ea typeface="微軟正黑體" pitchFamily="34" charset="-120"/>
                        </a:rPr>
                        <a:t>具體貢獻</a:t>
                      </a:r>
                      <a:endParaRPr kumimoji="1" lang="en-US" altLang="zh-TW" sz="900" b="1" i="0" u="none" strike="noStrike" cap="none" normalizeH="0" baseline="0" dirty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微軟正黑體" pitchFamily="34" charset="-120"/>
                        <a:ea typeface="微軟正黑體" pitchFamily="34" charset="-120"/>
                      </a:endParaRP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zh-TW" altLang="en-US" sz="9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微軟正黑體" pitchFamily="34" charset="-120"/>
                          <a:ea typeface="微軟正黑體" pitchFamily="34" charset="-120"/>
                        </a:rPr>
                        <a:t>與</a:t>
                      </a:r>
                      <a:endParaRPr kumimoji="1" lang="en-US" altLang="zh-TW" sz="900" b="1" i="0" u="none" strike="noStrike" cap="none" normalizeH="0" baseline="0" dirty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微軟正黑體" pitchFamily="34" charset="-120"/>
                        <a:ea typeface="微軟正黑體" pitchFamily="34" charset="-120"/>
                      </a:endParaRP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lang="zh-TW" altLang="en-US" sz="900" b="1" i="0" u="none" strike="noStrike" dirty="0" smtClean="0">
                          <a:latin typeface="微軟正黑體" pitchFamily="34" charset="-120"/>
                          <a:ea typeface="微軟正黑體" pitchFamily="34" charset="-120"/>
                        </a:rPr>
                        <a:t>事蹟說明</a:t>
                      </a:r>
                      <a:endParaRPr lang="zh-TW" altLang="en-US" sz="900" b="1" i="0" u="none" strike="noStrike" dirty="0">
                        <a:latin typeface="微軟正黑體" pitchFamily="34" charset="-120"/>
                        <a:ea typeface="微軟正黑體" pitchFamily="34" charset="-120"/>
                      </a:endParaRPr>
                    </a:p>
                  </a:txBody>
                  <a:tcPr marL="36000" marR="36000" marT="0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8D8D8"/>
                    </a:solidFill>
                  </a:tcPr>
                </a:tc>
                <a:tc rowSpan="12"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gridSpan="12">
                  <a:txBody>
                    <a:bodyPr/>
                    <a:lstStyle/>
                    <a:p>
                      <a:pPr algn="l" fontAlgn="ctr"/>
                      <a:r>
                        <a:rPr lang="zh-TW" altLang="en-US" sz="700" b="0" i="0" u="sng" strike="noStrike" dirty="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  <a:effectLst/>
                          <a:latin typeface="微軟正黑體" pitchFamily="34" charset="-120"/>
                          <a:ea typeface="微軟正黑體" pitchFamily="34" charset="-120"/>
                        </a:rPr>
                        <a:t>說明：請具體說明同仁於</a:t>
                      </a:r>
                      <a:r>
                        <a:rPr lang="en-US" altLang="zh-TW" sz="700" b="0" i="0" u="sng" strike="noStrike" dirty="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  <a:effectLst/>
                          <a:latin typeface="微軟正黑體" pitchFamily="34" charset="-120"/>
                          <a:ea typeface="微軟正黑體" pitchFamily="34" charset="-120"/>
                        </a:rPr>
                        <a:t>AUO</a:t>
                      </a:r>
                      <a:r>
                        <a:rPr lang="zh-TW" altLang="en-US" sz="700" b="0" i="0" u="sng" strike="noStrike" dirty="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  <a:effectLst/>
                          <a:latin typeface="微軟正黑體" pitchFamily="34" charset="-120"/>
                          <a:ea typeface="微軟正黑體" pitchFamily="34" charset="-120"/>
                        </a:rPr>
                        <a:t>實質貢獻事蹟，例如某專案中同仁實際解決之問題或實際作出之不可取代的決策，以及所造成之影響。若屬團隊成就者，請說明同仁在團隊中的角色，其實際貢獻與產出。</a:t>
                      </a:r>
                      <a:br>
                        <a:rPr lang="zh-TW" altLang="en-US" sz="700" b="0" i="0" u="sng" strike="noStrike" dirty="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  <a:effectLst/>
                          <a:latin typeface="微軟正黑體" pitchFamily="34" charset="-120"/>
                          <a:ea typeface="微軟正黑體" pitchFamily="34" charset="-120"/>
                        </a:rPr>
                      </a:br>
                      <a:r>
                        <a:rPr lang="en-US" altLang="zh-TW" sz="700" b="0" i="0" u="none" strike="noStrike" dirty="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  <a:effectLst/>
                          <a:latin typeface="微軟正黑體" pitchFamily="34" charset="-120"/>
                          <a:ea typeface="微軟正黑體" pitchFamily="34" charset="-120"/>
                        </a:rPr>
                        <a:t>(</a:t>
                      </a:r>
                      <a:r>
                        <a:rPr lang="zh-TW" altLang="en-US" sz="700" b="0" i="0" u="none" strike="noStrike" dirty="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  <a:effectLst/>
                          <a:latin typeface="微軟正黑體" pitchFamily="34" charset="-120"/>
                          <a:ea typeface="微軟正黑體" pitchFamily="34" charset="-120"/>
                        </a:rPr>
                        <a:t>範例：</a:t>
                      </a:r>
                      <a:r>
                        <a:rPr lang="en-US" altLang="zh-TW" sz="700" b="0" i="0" u="none" strike="noStrike" dirty="0" smtClean="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  <a:effectLst/>
                          <a:latin typeface="微軟正黑體" pitchFamily="34" charset="-120"/>
                          <a:ea typeface="微軟正黑體" pitchFamily="34" charset="-120"/>
                        </a:rPr>
                        <a:t>2020~2021</a:t>
                      </a:r>
                      <a:r>
                        <a:rPr lang="zh-TW" altLang="en-US" sz="700" b="0" i="0" u="none" strike="noStrike" dirty="0" smtClean="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  <a:effectLst/>
                          <a:latin typeface="微軟正黑體" pitchFamily="34" charset="-120"/>
                          <a:ea typeface="微軟正黑體" pitchFamily="34" charset="-120"/>
                        </a:rPr>
                        <a:t>年</a:t>
                      </a:r>
                      <a:r>
                        <a:rPr lang="zh-TW" altLang="en-US" sz="700" b="0" i="0" u="none" strike="noStrike" dirty="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  <a:effectLst/>
                          <a:latin typeface="微軟正黑體" pitchFamily="34" charset="-120"/>
                          <a:ea typeface="微軟正黑體" pitchFamily="34" charset="-120"/>
                        </a:rPr>
                        <a:t>帶領</a:t>
                      </a:r>
                      <a:r>
                        <a:rPr lang="en-US" altLang="zh-TW" sz="700" b="0" i="0" u="none" strike="noStrike" dirty="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  <a:effectLst/>
                          <a:latin typeface="微軟正黑體" pitchFamily="34" charset="-120"/>
                          <a:ea typeface="微軟正黑體" pitchFamily="34" charset="-120"/>
                        </a:rPr>
                        <a:t>OO</a:t>
                      </a:r>
                      <a:r>
                        <a:rPr lang="zh-TW" altLang="en-US" sz="700" b="0" i="0" u="none" strike="noStrike" dirty="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  <a:effectLst/>
                          <a:latin typeface="微軟正黑體" pitchFamily="34" charset="-120"/>
                          <a:ea typeface="微軟正黑體" pitchFamily="34" charset="-120"/>
                        </a:rPr>
                        <a:t>技術開發計畫，此同仁從中研發出競爭對手尚未具備</a:t>
                      </a:r>
                      <a:r>
                        <a:rPr lang="zh-TW" altLang="en-US" sz="700" b="0" i="0" u="none" strike="noStrike" dirty="0" smtClean="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  <a:effectLst/>
                          <a:latin typeface="微軟正黑體" pitchFamily="34" charset="-120"/>
                          <a:ea typeface="微軟正黑體" pitchFamily="34" charset="-120"/>
                        </a:rPr>
                        <a:t>之技術</a:t>
                      </a:r>
                      <a:r>
                        <a:rPr lang="zh-TW" altLang="en-US" sz="700" b="0" i="0" u="none" strike="noStrike" dirty="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  <a:effectLst/>
                          <a:latin typeface="微軟正黑體" pitchFamily="34" charset="-120"/>
                          <a:ea typeface="微軟正黑體" pitchFamily="34" charset="-120"/>
                        </a:rPr>
                        <a:t>，技術成功</a:t>
                      </a:r>
                      <a:r>
                        <a:rPr lang="zh-TW" altLang="en-US" sz="700" b="0" i="0" u="none" strike="noStrike" dirty="0" smtClean="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  <a:effectLst/>
                          <a:latin typeface="微軟正黑體" pitchFamily="34" charset="-120"/>
                          <a:ea typeface="微軟正黑體" pitchFamily="34" charset="-120"/>
                        </a:rPr>
                        <a:t>獲得專利</a:t>
                      </a:r>
                      <a:r>
                        <a:rPr lang="zh-TW" altLang="en-US" sz="700" b="0" i="0" u="none" strike="noStrike" dirty="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  <a:effectLst/>
                          <a:latin typeface="微軟正黑體" pitchFamily="34" charset="-120"/>
                          <a:ea typeface="微軟正黑體" pitchFamily="34" charset="-120"/>
                        </a:rPr>
                        <a:t>局認證，該技術協助公司每年減少成本約</a:t>
                      </a:r>
                      <a:r>
                        <a:rPr lang="en-US" altLang="zh-TW" sz="700" b="0" i="0" u="none" strike="noStrike" dirty="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  <a:effectLst/>
                          <a:latin typeface="微軟正黑體" pitchFamily="34" charset="-120"/>
                          <a:ea typeface="微軟正黑體" pitchFamily="34" charset="-120"/>
                        </a:rPr>
                        <a:t>xxx</a:t>
                      </a:r>
                      <a:r>
                        <a:rPr lang="zh-TW" altLang="en-US" sz="700" b="0" i="0" u="none" strike="noStrike" dirty="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  <a:effectLst/>
                          <a:latin typeface="微軟正黑體" pitchFamily="34" charset="-120"/>
                          <a:ea typeface="微軟正黑體" pitchFamily="34" charset="-120"/>
                        </a:rPr>
                        <a:t>，後續</a:t>
                      </a:r>
                      <a:r>
                        <a:rPr lang="zh-TW" altLang="en-US" sz="700" b="0" i="0" u="none" strike="noStrike" dirty="0" smtClean="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  <a:effectLst/>
                          <a:latin typeface="微軟正黑體" pitchFamily="34" charset="-120"/>
                          <a:ea typeface="微軟正黑體" pitchFamily="34" charset="-120"/>
                        </a:rPr>
                        <a:t>成為</a:t>
                      </a:r>
                      <a:r>
                        <a:rPr lang="en-US" altLang="zh-TW" sz="700" b="0" i="0" u="none" strike="noStrike" dirty="0" smtClean="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  <a:effectLst/>
                          <a:latin typeface="微軟正黑體" pitchFamily="34" charset="-120"/>
                          <a:ea typeface="微軟正黑體" pitchFamily="34" charset="-120"/>
                        </a:rPr>
                        <a:t>OO</a:t>
                      </a:r>
                      <a:r>
                        <a:rPr lang="zh-TW" altLang="en-US" sz="700" b="0" i="0" u="none" strike="noStrike" dirty="0" smtClean="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  <a:effectLst/>
                          <a:latin typeface="微軟正黑體" pitchFamily="34" charset="-120"/>
                          <a:ea typeface="微軟正黑體" pitchFamily="34" charset="-120"/>
                        </a:rPr>
                        <a:t>商品開發的技術基礎</a:t>
                      </a:r>
                      <a:r>
                        <a:rPr lang="en-US" altLang="zh-TW" sz="700" b="0" i="0" u="none" strike="noStrike" dirty="0" smtClean="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  <a:effectLst/>
                          <a:latin typeface="微軟正黑體" pitchFamily="34" charset="-120"/>
                          <a:ea typeface="微軟正黑體" pitchFamily="34" charset="-120"/>
                        </a:rPr>
                        <a:t>)</a:t>
                      </a:r>
                    </a:p>
                  </a:txBody>
                  <a:tcPr marL="36000" marR="36000" marT="0" marB="0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171865">
                <a:tc gridSpan="2" v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rowSpan="2" gridSpan="3">
                  <a:txBody>
                    <a:bodyPr/>
                    <a:lstStyle/>
                    <a:p>
                      <a:pPr algn="ctr" fontAlgn="ctr"/>
                      <a:r>
                        <a:rPr lang="zh-TW" altLang="en-US" sz="1000" b="1" i="0" u="none" strike="noStrike" dirty="0">
                          <a:solidFill>
                            <a:srgbClr val="FFFFFF"/>
                          </a:solidFill>
                          <a:latin typeface="微軟正黑體" pitchFamily="34" charset="-120"/>
                          <a:ea typeface="微軟正黑體" pitchFamily="34" charset="-120"/>
                        </a:rPr>
                        <a:t>貢獻類別</a:t>
                      </a:r>
                    </a:p>
                  </a:txBody>
                  <a:tcPr marL="36000" marR="36000" marT="0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060"/>
                    </a:solidFill>
                  </a:tcPr>
                </a:tc>
                <a:tc rowSpan="2"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rowSpan="2"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rowSpan="2" gridSpan="5">
                  <a:txBody>
                    <a:bodyPr/>
                    <a:lstStyle/>
                    <a:p>
                      <a:pPr algn="ctr" fontAlgn="ctr"/>
                      <a:r>
                        <a:rPr lang="zh-TW" altLang="en-US" sz="1000" b="1" i="0" u="none" strike="noStrike" dirty="0" smtClean="0">
                          <a:solidFill>
                            <a:srgbClr val="FFFFFF"/>
                          </a:solidFill>
                          <a:latin typeface="微軟正黑體" pitchFamily="34" charset="-120"/>
                          <a:ea typeface="微軟正黑體" pitchFamily="34" charset="-120"/>
                        </a:rPr>
                        <a:t>成果說明</a:t>
                      </a:r>
                      <a:endParaRPr lang="zh-TW" altLang="en-US" sz="1000" b="1" i="0" u="none" strike="noStrike" dirty="0">
                        <a:solidFill>
                          <a:srgbClr val="FFFFFF"/>
                        </a:solidFill>
                        <a:latin typeface="微軟正黑體" pitchFamily="34" charset="-120"/>
                        <a:ea typeface="微軟正黑體" pitchFamily="34" charset="-120"/>
                      </a:endParaRPr>
                    </a:p>
                  </a:txBody>
                  <a:tcPr marL="36000" marR="36000" marT="0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060"/>
                    </a:solidFill>
                  </a:tcPr>
                </a:tc>
                <a:tc rowSpan="2" hMerge="1">
                  <a:txBody>
                    <a:bodyPr/>
                    <a:lstStyle/>
                    <a:p>
                      <a:pPr algn="ctr" fontAlgn="ctr"/>
                      <a:endParaRPr lang="zh-TW" altLang="en-US" sz="700" b="1" i="0" u="none" strike="noStrike">
                        <a:solidFill>
                          <a:srgbClr val="FFFFFF"/>
                        </a:solidFill>
                        <a:latin typeface="微軟正黑體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002060"/>
                    </a:solidFill>
                  </a:tcPr>
                </a:tc>
                <a:tc rowSpan="2"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rowSpan="2"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rowSpan="2"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 fontAlgn="ctr"/>
                      <a:r>
                        <a:rPr lang="zh-TW" altLang="en-US" sz="1000" b="1" i="0" u="none" strike="noStrike" dirty="0" smtClean="0">
                          <a:solidFill>
                            <a:srgbClr val="FFFFFF"/>
                          </a:solidFill>
                          <a:latin typeface="微軟正黑體" pitchFamily="34" charset="-120"/>
                          <a:ea typeface="微軟正黑體" pitchFamily="34" charset="-120"/>
                        </a:rPr>
                        <a:t>決核主管評等</a:t>
                      </a:r>
                      <a:endParaRPr lang="en-US" altLang="zh-TW" sz="1000" b="1" i="0" u="none" strike="noStrike" dirty="0" smtClean="0">
                        <a:solidFill>
                          <a:srgbClr val="FFFFFF"/>
                        </a:solidFill>
                        <a:latin typeface="微軟正黑體" pitchFamily="34" charset="-120"/>
                        <a:ea typeface="微軟正黑體" pitchFamily="34" charset="-120"/>
                      </a:endParaRPr>
                    </a:p>
                    <a:p>
                      <a:pPr algn="ctr" fontAlgn="ctr"/>
                      <a:r>
                        <a:rPr lang="en-US" altLang="zh-TW" sz="1000" b="1" i="0" u="none" strike="noStrike" dirty="0" smtClean="0">
                          <a:solidFill>
                            <a:srgbClr val="FFFFFF"/>
                          </a:solidFill>
                          <a:latin typeface="微軟正黑體" pitchFamily="34" charset="-120"/>
                          <a:ea typeface="微軟正黑體" pitchFamily="34" charset="-120"/>
                        </a:rPr>
                        <a:t>(A+</a:t>
                      </a:r>
                      <a:r>
                        <a:rPr lang="zh-TW" altLang="en-US" sz="1000" b="1" i="0" u="none" strike="noStrike" dirty="0" smtClean="0">
                          <a:solidFill>
                            <a:srgbClr val="FFFFFF"/>
                          </a:solidFill>
                          <a:latin typeface="微軟正黑體" pitchFamily="34" charset="-120"/>
                          <a:ea typeface="微軟正黑體" pitchFamily="34" charset="-120"/>
                        </a:rPr>
                        <a:t>、</a:t>
                      </a:r>
                      <a:r>
                        <a:rPr lang="en-US" altLang="zh-TW" sz="1000" b="1" i="0" u="none" strike="noStrike" dirty="0" smtClean="0">
                          <a:solidFill>
                            <a:srgbClr val="FFFFFF"/>
                          </a:solidFill>
                          <a:latin typeface="微軟正黑體" pitchFamily="34" charset="-120"/>
                          <a:ea typeface="微軟正黑體" pitchFamily="34" charset="-120"/>
                        </a:rPr>
                        <a:t>A</a:t>
                      </a:r>
                      <a:r>
                        <a:rPr lang="zh-TW" altLang="en-US" sz="1000" b="1" i="0" u="none" strike="noStrike" dirty="0" smtClean="0">
                          <a:solidFill>
                            <a:srgbClr val="FFFFFF"/>
                          </a:solidFill>
                          <a:latin typeface="微軟正黑體" pitchFamily="34" charset="-120"/>
                          <a:ea typeface="微軟正黑體" pitchFamily="34" charset="-120"/>
                        </a:rPr>
                        <a:t>、</a:t>
                      </a:r>
                      <a:r>
                        <a:rPr lang="en-US" altLang="zh-TW" sz="1000" b="1" i="0" u="none" strike="noStrike" dirty="0" smtClean="0">
                          <a:solidFill>
                            <a:srgbClr val="FFFFFF"/>
                          </a:solidFill>
                          <a:latin typeface="微軟正黑體" pitchFamily="34" charset="-120"/>
                          <a:ea typeface="微軟正黑體" pitchFamily="34" charset="-120"/>
                        </a:rPr>
                        <a:t>B)</a:t>
                      </a:r>
                      <a:endParaRPr lang="zh-TW" altLang="en-US" sz="1000" b="1" i="0" u="none" strike="noStrike" dirty="0">
                        <a:solidFill>
                          <a:srgbClr val="FFFFFF"/>
                        </a:solidFill>
                        <a:latin typeface="微軟正黑體" pitchFamily="34" charset="-120"/>
                        <a:ea typeface="微軟正黑體" pitchFamily="34" charset="-120"/>
                      </a:endParaRPr>
                    </a:p>
                  </a:txBody>
                  <a:tcPr marL="36000" marR="36000" marT="0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060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 fontAlgn="ctr"/>
                      <a:r>
                        <a:rPr lang="zh-TW" altLang="en-US" sz="1000" b="1" i="0" u="none" strike="noStrike" dirty="0" smtClean="0">
                          <a:solidFill>
                            <a:srgbClr val="FFFFFF"/>
                          </a:solidFill>
                          <a:latin typeface="微軟正黑體" pitchFamily="34" charset="-120"/>
                          <a:ea typeface="微軟正黑體" pitchFamily="34" charset="-120"/>
                        </a:rPr>
                        <a:t>決核主管</a:t>
                      </a:r>
                      <a:r>
                        <a:rPr lang="en-US" altLang="zh-TW" sz="1000" b="1" i="0" u="none" strike="noStrike" dirty="0" smtClean="0">
                          <a:solidFill>
                            <a:srgbClr val="FFFFFF"/>
                          </a:solidFill>
                          <a:latin typeface="微軟正黑體" pitchFamily="34" charset="-120"/>
                          <a:ea typeface="微軟正黑體" pitchFamily="34" charset="-120"/>
                        </a:rPr>
                        <a:t>Comment</a:t>
                      </a:r>
                      <a:endParaRPr lang="zh-TW" altLang="en-US" sz="1000" b="1" i="0" u="none" strike="noStrike" dirty="0">
                        <a:solidFill>
                          <a:srgbClr val="FFFFFF"/>
                        </a:solidFill>
                        <a:latin typeface="微軟正黑體" pitchFamily="34" charset="-120"/>
                        <a:ea typeface="微軟正黑體" pitchFamily="34" charset="-120"/>
                      </a:endParaRPr>
                    </a:p>
                  </a:txBody>
                  <a:tcPr marL="36000" marR="36000" marT="0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060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171865">
                <a:tc gridSpan="2" v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gridSpan="3" vMerge="1">
                  <a:txBody>
                    <a:bodyPr/>
                    <a:lstStyle/>
                    <a:p>
                      <a:pPr algn="ctr" fontAlgn="ctr"/>
                      <a:endParaRPr lang="zh-TW" altLang="en-US" sz="1000" b="1" i="0" u="none" strike="noStrike" dirty="0">
                        <a:solidFill>
                          <a:srgbClr val="FFFFFF"/>
                        </a:solidFill>
                        <a:latin typeface="微軟正黑體" pitchFamily="34" charset="-120"/>
                        <a:ea typeface="微軟正黑體" pitchFamily="34" charset="-120"/>
                      </a:endParaRPr>
                    </a:p>
                  </a:txBody>
                  <a:tcPr marL="36000" marR="36000" marT="0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060"/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gridSpan="5" vMerge="1">
                  <a:txBody>
                    <a:bodyPr/>
                    <a:lstStyle/>
                    <a:p>
                      <a:pPr algn="ctr" fontAlgn="ctr"/>
                      <a:endParaRPr lang="zh-TW" altLang="en-US" sz="1000" b="1" i="0" u="none" strike="noStrike" dirty="0">
                        <a:solidFill>
                          <a:srgbClr val="FFFFFF"/>
                        </a:solidFill>
                        <a:latin typeface="微軟正黑體" pitchFamily="34" charset="-120"/>
                        <a:ea typeface="微軟正黑體" pitchFamily="34" charset="-120"/>
                      </a:endParaRPr>
                    </a:p>
                  </a:txBody>
                  <a:tcPr marL="36000" marR="36000" marT="0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060"/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gridSpan="4">
                  <a:txBody>
                    <a:bodyPr/>
                    <a:lstStyle/>
                    <a:p>
                      <a:pPr algn="l" fontAlgn="ctr"/>
                      <a:r>
                        <a:rPr lang="zh-TW" altLang="en-US" sz="800" b="0" i="0" u="none" strike="noStrike" dirty="0" smtClean="0">
                          <a:solidFill>
                            <a:srgbClr val="FFFFFF"/>
                          </a:solidFill>
                          <a:latin typeface="微軟正黑體" pitchFamily="34" charset="-120"/>
                          <a:ea typeface="微軟正黑體" pitchFamily="34" charset="-120"/>
                        </a:rPr>
                        <a:t>*決核權限：</a:t>
                      </a:r>
                      <a:r>
                        <a:rPr lang="en-US" altLang="zh-TW" sz="800" b="0" i="0" u="none" strike="noStrike" dirty="0" smtClean="0">
                          <a:solidFill>
                            <a:srgbClr val="FFFFFF"/>
                          </a:solidFill>
                          <a:latin typeface="微軟正黑體" pitchFamily="34" charset="-120"/>
                          <a:ea typeface="微軟正黑體" pitchFamily="34" charset="-120"/>
                        </a:rPr>
                        <a:t>DAC</a:t>
                      </a:r>
                      <a:r>
                        <a:rPr lang="zh-TW" altLang="en-US" sz="800" b="0" i="0" u="none" strike="noStrike" dirty="0" smtClean="0">
                          <a:solidFill>
                            <a:srgbClr val="FFFFFF"/>
                          </a:solidFill>
                          <a:latin typeface="微軟正黑體" pitchFamily="34" charset="-120"/>
                          <a:ea typeface="微軟正黑體" pitchFamily="34" charset="-120"/>
                        </a:rPr>
                        <a:t>專家由中心級主管決核</a:t>
                      </a:r>
                      <a:r>
                        <a:rPr lang="en-US" altLang="zh-TW" sz="800" b="0" i="0" u="none" strike="noStrike" dirty="0" smtClean="0">
                          <a:solidFill>
                            <a:srgbClr val="FFFFFF"/>
                          </a:solidFill>
                          <a:latin typeface="微軟正黑體" pitchFamily="34" charset="-120"/>
                          <a:ea typeface="微軟正黑體" pitchFamily="34" charset="-120"/>
                        </a:rPr>
                        <a:t>/Level3</a:t>
                      </a:r>
                      <a:r>
                        <a:rPr lang="zh-TW" altLang="en-US" sz="800" b="0" i="0" u="none" strike="noStrike" dirty="0" smtClean="0">
                          <a:solidFill>
                            <a:srgbClr val="FFFFFF"/>
                          </a:solidFill>
                          <a:latin typeface="微軟正黑體" pitchFamily="34" charset="-120"/>
                          <a:ea typeface="微軟正黑體" pitchFamily="34" charset="-120"/>
                        </a:rPr>
                        <a:t>菁英由廠處級決核</a:t>
                      </a:r>
                      <a:endParaRPr lang="zh-TW" altLang="en-US" sz="800" b="0" i="0" u="none" strike="noStrike" dirty="0">
                        <a:solidFill>
                          <a:srgbClr val="FFFFFF"/>
                        </a:solidFill>
                        <a:latin typeface="微軟正黑體" pitchFamily="34" charset="-120"/>
                        <a:ea typeface="微軟正黑體" pitchFamily="34" charset="-120"/>
                      </a:endParaRPr>
                    </a:p>
                  </a:txBody>
                  <a:tcPr marL="36000" marR="36000" marT="0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060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 fontAlgn="ctr"/>
                      <a:endParaRPr lang="zh-TW" altLang="en-US" sz="1000" b="1" i="0" u="none" strike="noStrike" dirty="0">
                        <a:solidFill>
                          <a:srgbClr val="FFFFFF"/>
                        </a:solidFill>
                        <a:latin typeface="微軟正黑體" pitchFamily="34" charset="-120"/>
                        <a:ea typeface="微軟正黑體" pitchFamily="34" charset="-120"/>
                      </a:endParaRPr>
                    </a:p>
                  </a:txBody>
                  <a:tcPr marL="36000" marR="36000" marT="0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060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180000">
                <a:tc gridSpan="2" v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rowSpan="3" gridSpan="3">
                  <a:txBody>
                    <a:bodyPr/>
                    <a:lstStyle/>
                    <a:p>
                      <a:pPr marL="0" marR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TW" altLang="en-US" sz="900" b="1" i="0" u="none" strike="noStrike" dirty="0" smtClean="0">
                          <a:latin typeface="微軟正黑體" pitchFamily="34" charset="-120"/>
                          <a:ea typeface="微軟正黑體" pitchFamily="34" charset="-120"/>
                        </a:rPr>
                        <a:t>公司貢獻 </a:t>
                      </a:r>
                    </a:p>
                  </a:txBody>
                  <a:tcPr marL="36000" marR="36000" marT="0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rowSpan="3"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rowSpan="3"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gridSpan="5">
                  <a:txBody>
                    <a:bodyPr/>
                    <a:lstStyle/>
                    <a:p>
                      <a:pPr algn="ctr" fontAlgn="ctr"/>
                      <a:r>
                        <a:rPr lang="en-US" altLang="zh-TW" sz="900" b="0" i="0" u="none" strike="noStrike" dirty="0" smtClean="0">
                          <a:latin typeface="微軟正黑體" pitchFamily="34" charset="-120"/>
                          <a:ea typeface="微軟正黑體" pitchFamily="34" charset="-120"/>
                        </a:rPr>
                        <a:t>GPIP</a:t>
                      </a:r>
                      <a:r>
                        <a:rPr lang="zh-TW" altLang="en-US" sz="900" b="0" i="0" u="none" strike="noStrike" dirty="0" smtClean="0">
                          <a:latin typeface="微軟正黑體" pitchFamily="34" charset="-120"/>
                          <a:ea typeface="微軟正黑體" pitchFamily="34" charset="-120"/>
                        </a:rPr>
                        <a:t>應用至</a:t>
                      </a:r>
                      <a:r>
                        <a:rPr lang="en-US" altLang="zh-TW" sz="900" b="0" i="0" u="none" strike="noStrike" dirty="0" smtClean="0">
                          <a:latin typeface="微軟正黑體" pitchFamily="34" charset="-120"/>
                          <a:ea typeface="微軟正黑體" pitchFamily="34" charset="-120"/>
                        </a:rPr>
                        <a:t>OLED</a:t>
                      </a:r>
                      <a:r>
                        <a:rPr lang="zh-TW" altLang="en-US" sz="900" b="0" i="0" u="none" strike="noStrike" dirty="0" smtClean="0">
                          <a:latin typeface="微軟正黑體" pitchFamily="34" charset="-120"/>
                          <a:ea typeface="微軟正黑體" pitchFamily="34" charset="-120"/>
                        </a:rPr>
                        <a:t>外觀檢</a:t>
                      </a:r>
                      <a:r>
                        <a:rPr lang="zh-TW" altLang="en-US" sz="900" b="0" i="0" u="none" strike="noStrike" dirty="0">
                          <a:latin typeface="微軟正黑體" pitchFamily="34" charset="-120"/>
                          <a:ea typeface="微軟正黑體" pitchFamily="34" charset="-120"/>
                        </a:rPr>
                        <a:t>　</a:t>
                      </a:r>
                    </a:p>
                  </a:txBody>
                  <a:tcPr marL="36000" marR="36000" marT="0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algn="ctr" fontAlgn="ctr"/>
                      <a:endParaRPr lang="zh-TW" altLang="en-US" sz="700" b="0" i="0" u="none" strike="noStrike">
                        <a:latin typeface="微軟正黑體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rowSpan="3" gridSpan="2">
                  <a:txBody>
                    <a:bodyPr/>
                    <a:lstStyle/>
                    <a:p>
                      <a:pPr algn="ctr" fontAlgn="ctr"/>
                      <a:endParaRPr lang="zh-TW" altLang="en-US" sz="900" b="0" i="0" u="none" strike="noStrike" dirty="0">
                        <a:latin typeface="微軟正黑體" pitchFamily="34" charset="-120"/>
                        <a:ea typeface="微軟正黑體" pitchFamily="34" charset="-120"/>
                      </a:endParaRPr>
                    </a:p>
                  </a:txBody>
                  <a:tcPr marL="36000" marR="36000" marT="0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rowSpan="3" hMerge="1">
                  <a:txBody>
                    <a:bodyPr/>
                    <a:lstStyle/>
                    <a:p>
                      <a:pPr algn="ctr" fontAlgn="ctr"/>
                      <a:endParaRPr lang="zh-TW" altLang="en-US" sz="700" b="0" i="0" u="none" strike="noStrike">
                        <a:latin typeface="微軟正黑體"/>
                      </a:endParaRPr>
                    </a:p>
                  </a:txBody>
                  <a:tcPr marL="0" marR="0" marT="0" marB="0" anchor="ctr"/>
                </a:tc>
                <a:tc rowSpan="3" gridSpan="2">
                  <a:txBody>
                    <a:bodyPr/>
                    <a:lstStyle/>
                    <a:p>
                      <a:pPr algn="ctr" fontAlgn="ctr"/>
                      <a:r>
                        <a:rPr lang="zh-TW" altLang="en-US" sz="900" b="0" i="0" u="none" strike="noStrike" dirty="0">
                          <a:latin typeface="微軟正黑體" pitchFamily="34" charset="-120"/>
                          <a:ea typeface="微軟正黑體" pitchFamily="34" charset="-120"/>
                        </a:rPr>
                        <a:t>　</a:t>
                      </a:r>
                    </a:p>
                    <a:p>
                      <a:pPr algn="ctr" fontAlgn="ctr"/>
                      <a:r>
                        <a:rPr lang="zh-TW" altLang="en-US" sz="900" b="0" i="0" u="none" strike="noStrike" dirty="0">
                          <a:latin typeface="微軟正黑體" pitchFamily="34" charset="-120"/>
                          <a:ea typeface="微軟正黑體" pitchFamily="34" charset="-120"/>
                        </a:rPr>
                        <a:t>　</a:t>
                      </a:r>
                    </a:p>
                    <a:p>
                      <a:pPr algn="ctr" fontAlgn="ctr"/>
                      <a:r>
                        <a:rPr lang="zh-TW" altLang="en-US" sz="900" b="0" i="0" u="none" strike="noStrike" dirty="0">
                          <a:latin typeface="微軟正黑體" pitchFamily="34" charset="-120"/>
                          <a:ea typeface="微軟正黑體" pitchFamily="34" charset="-120"/>
                        </a:rPr>
                        <a:t>　</a:t>
                      </a:r>
                    </a:p>
                  </a:txBody>
                  <a:tcPr marL="36000" marR="36000" marT="0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rowSpan="3"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180000">
                <a:tc gridSpan="2" v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gridSpan="3" v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gridSpan="5">
                  <a:txBody>
                    <a:bodyPr/>
                    <a:lstStyle/>
                    <a:p>
                      <a:pPr algn="ctr" fontAlgn="ctr"/>
                      <a:r>
                        <a:rPr lang="zh-TW" altLang="en-US" sz="900" b="0" i="0" u="none" strike="noStrike" dirty="0">
                          <a:latin typeface="微軟正黑體" pitchFamily="34" charset="-120"/>
                          <a:ea typeface="微軟正黑體" pitchFamily="34" charset="-120"/>
                        </a:rPr>
                        <a:t>　</a:t>
                      </a:r>
                      <a:r>
                        <a:rPr lang="en-US" altLang="zh-TW" sz="900" b="0" i="0" u="none" strike="noStrike" dirty="0" smtClean="0">
                          <a:latin typeface="微軟正黑體" pitchFamily="34" charset="-120"/>
                          <a:ea typeface="微軟正黑體" pitchFamily="34" charset="-120"/>
                        </a:rPr>
                        <a:t>AI2.0</a:t>
                      </a:r>
                      <a:r>
                        <a:rPr lang="zh-TW" altLang="en-US" sz="900" b="0" i="0" u="none" strike="noStrike" dirty="0" smtClean="0">
                          <a:latin typeface="微軟正黑體" pitchFamily="34" charset="-120"/>
                          <a:ea typeface="微軟正黑體" pitchFamily="34" charset="-120"/>
                        </a:rPr>
                        <a:t>解決方案</a:t>
                      </a:r>
                      <a:endParaRPr lang="zh-TW" altLang="en-US" sz="900" b="0" i="0" u="none" strike="noStrike" dirty="0">
                        <a:latin typeface="微軟正黑體" pitchFamily="34" charset="-120"/>
                        <a:ea typeface="微軟正黑體" pitchFamily="34" charset="-120"/>
                      </a:endParaRPr>
                    </a:p>
                  </a:txBody>
                  <a:tcPr marL="36000" marR="36000" marT="0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algn="ctr" fontAlgn="ctr"/>
                      <a:endParaRPr lang="zh-TW" altLang="en-US" sz="700" b="0" i="0" u="none" strike="noStrike">
                        <a:latin typeface="微軟正黑體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gridSpan="2" vMerge="1">
                  <a:txBody>
                    <a:bodyPr/>
                    <a:lstStyle/>
                    <a:p>
                      <a:pPr algn="ctr" fontAlgn="ctr"/>
                      <a:endParaRPr lang="zh-TW" altLang="en-US" sz="900" b="0" i="0" u="none" strike="noStrike" dirty="0">
                        <a:latin typeface="微軟正黑體" pitchFamily="34" charset="-120"/>
                        <a:ea typeface="微軟正黑體" pitchFamily="34" charset="-12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 vMerge="1">
                  <a:txBody>
                    <a:bodyPr/>
                    <a:lstStyle/>
                    <a:p>
                      <a:pPr algn="ctr" fontAlgn="ctr"/>
                      <a:endParaRPr lang="zh-TW" altLang="en-US" sz="700" b="0" i="0" u="none" strike="noStrike">
                        <a:latin typeface="微軟正黑體"/>
                      </a:endParaRPr>
                    </a:p>
                  </a:txBody>
                  <a:tcPr marL="0" marR="0" marT="0" marB="0" anchor="ctr"/>
                </a:tc>
                <a:tc gridSpan="2" vMerge="1">
                  <a:txBody>
                    <a:bodyPr/>
                    <a:lstStyle/>
                    <a:p>
                      <a:pPr algn="ctr" fontAlgn="ctr"/>
                      <a:endParaRPr lang="zh-TW" altLang="en-US" sz="900" b="0" i="0" u="none" strike="noStrike" dirty="0">
                        <a:latin typeface="微軟正黑體" pitchFamily="34" charset="-120"/>
                        <a:ea typeface="微軟正黑體" pitchFamily="34" charset="-12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 v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180000">
                <a:tc gridSpan="2" v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gridSpan="3" v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gridSpan="5">
                  <a:txBody>
                    <a:bodyPr/>
                    <a:lstStyle/>
                    <a:p>
                      <a:pPr algn="ctr" fontAlgn="ctr"/>
                      <a:r>
                        <a:rPr lang="zh-TW" altLang="en-US" sz="900" b="0" i="0" u="none" strike="noStrike" dirty="0">
                          <a:latin typeface="微軟正黑體" pitchFamily="34" charset="-120"/>
                          <a:ea typeface="微軟正黑體" pitchFamily="34" charset="-120"/>
                        </a:rPr>
                        <a:t>　</a:t>
                      </a:r>
                    </a:p>
                  </a:txBody>
                  <a:tcPr marL="36000" marR="36000" marT="0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algn="ctr" fontAlgn="ctr"/>
                      <a:endParaRPr lang="zh-TW" altLang="en-US" sz="700" b="0" i="0" u="none" strike="noStrike">
                        <a:latin typeface="微軟正黑體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gridSpan="2" vMerge="1">
                  <a:txBody>
                    <a:bodyPr/>
                    <a:lstStyle/>
                    <a:p>
                      <a:pPr algn="ctr" fontAlgn="ctr"/>
                      <a:endParaRPr lang="zh-TW" altLang="en-US" sz="900" b="0" i="0" u="none" strike="noStrike" dirty="0">
                        <a:latin typeface="微軟正黑體" pitchFamily="34" charset="-120"/>
                        <a:ea typeface="微軟正黑體" pitchFamily="34" charset="-12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 vMerge="1">
                  <a:txBody>
                    <a:bodyPr/>
                    <a:lstStyle/>
                    <a:p>
                      <a:pPr algn="ctr" fontAlgn="ctr"/>
                      <a:endParaRPr lang="zh-TW" altLang="en-US" sz="700" b="0" i="0" u="none" strike="noStrike">
                        <a:latin typeface="微軟正黑體"/>
                      </a:endParaRPr>
                    </a:p>
                  </a:txBody>
                  <a:tcPr marL="0" marR="0" marT="0" marB="0" anchor="ctr"/>
                </a:tc>
                <a:tc gridSpan="2" vMerge="1">
                  <a:txBody>
                    <a:bodyPr/>
                    <a:lstStyle/>
                    <a:p>
                      <a:pPr algn="ctr" fontAlgn="ctr"/>
                      <a:endParaRPr lang="zh-TW" altLang="en-US" sz="900" b="0" i="0" u="none" strike="noStrike" dirty="0">
                        <a:latin typeface="微軟正黑體" pitchFamily="34" charset="-120"/>
                        <a:ea typeface="微軟正黑體" pitchFamily="34" charset="-12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 v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180000">
                <a:tc gridSpan="2" v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rowSpan="3" gridSpan="3">
                  <a:txBody>
                    <a:bodyPr/>
                    <a:lstStyle/>
                    <a:p>
                      <a:pPr algn="ctr" fontAlgn="ctr"/>
                      <a:r>
                        <a:rPr lang="zh-TW" altLang="en-US" sz="900" b="1" i="0" u="none" strike="noStrike" dirty="0" smtClean="0">
                          <a:latin typeface="微軟正黑體" pitchFamily="34" charset="-120"/>
                          <a:ea typeface="微軟正黑體" pitchFamily="34" charset="-120"/>
                        </a:rPr>
                        <a:t>技術成就</a:t>
                      </a:r>
                      <a:endParaRPr lang="zh-TW" altLang="en-US" sz="900" b="1" i="0" u="none" strike="noStrike" dirty="0">
                        <a:latin typeface="微軟正黑體" pitchFamily="34" charset="-120"/>
                        <a:ea typeface="微軟正黑體" pitchFamily="34" charset="-120"/>
                      </a:endParaRPr>
                    </a:p>
                  </a:txBody>
                  <a:tcPr marL="36000" marR="36000" marT="0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rowSpan="3"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rowSpan="3"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gridSpan="5">
                  <a:txBody>
                    <a:bodyPr/>
                    <a:lstStyle/>
                    <a:p>
                      <a:pPr algn="ctr" fontAlgn="ctr"/>
                      <a:r>
                        <a:rPr lang="zh-TW" altLang="en-US" sz="900" b="0" i="0" u="none" strike="noStrike" dirty="0" smtClean="0">
                          <a:latin typeface="微軟正黑體" pitchFamily="34" charset="-120"/>
                          <a:ea typeface="微軟正黑體" pitchFamily="34" charset="-120"/>
                        </a:rPr>
                        <a:t>　</a:t>
                      </a:r>
                      <a:r>
                        <a:rPr lang="en-US" altLang="zh-TW" sz="900" b="0" i="0" u="none" strike="noStrike" dirty="0" err="1" smtClean="0">
                          <a:latin typeface="微軟正黑體" pitchFamily="34" charset="-120"/>
                          <a:ea typeface="微軟正黑體" pitchFamily="34" charset="-120"/>
                        </a:rPr>
                        <a:t>SixBase</a:t>
                      </a:r>
                      <a:r>
                        <a:rPr lang="en-US" altLang="zh-TW" sz="900" b="0" i="0" u="none" strike="noStrike" dirty="0" smtClean="0">
                          <a:latin typeface="微軟正黑體" pitchFamily="34" charset="-120"/>
                          <a:ea typeface="微軟正黑體" pitchFamily="34" charset="-120"/>
                        </a:rPr>
                        <a:t> </a:t>
                      </a:r>
                      <a:r>
                        <a:rPr lang="zh-TW" altLang="en-US" sz="900" b="0" i="0" u="none" strike="noStrike" dirty="0" smtClean="0">
                          <a:latin typeface="微軟正黑體" pitchFamily="34" charset="-120"/>
                          <a:ea typeface="微軟正黑體" pitchFamily="34" charset="-120"/>
                        </a:rPr>
                        <a:t>演算法開發</a:t>
                      </a:r>
                      <a:endParaRPr lang="zh-TW" altLang="en-US" sz="900" b="0" i="0" u="none" strike="noStrike" dirty="0">
                        <a:latin typeface="微軟正黑體" pitchFamily="34" charset="-120"/>
                        <a:ea typeface="微軟正黑體" pitchFamily="34" charset="-120"/>
                      </a:endParaRPr>
                    </a:p>
                  </a:txBody>
                  <a:tcPr marL="36000" marR="36000" marT="0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algn="ctr" fontAlgn="ctr"/>
                      <a:endParaRPr lang="zh-TW" altLang="en-US" sz="700" b="0" i="0" u="none" strike="noStrike">
                        <a:latin typeface="微軟正黑體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rowSpan="3" gridSpan="2">
                  <a:txBody>
                    <a:bodyPr/>
                    <a:lstStyle/>
                    <a:p>
                      <a:pPr algn="ctr" fontAlgn="ctr"/>
                      <a:endParaRPr lang="zh-TW" altLang="en-US" sz="900" b="0" i="0" u="none" strike="noStrike" dirty="0">
                        <a:latin typeface="微軟正黑體" pitchFamily="34" charset="-120"/>
                        <a:ea typeface="微軟正黑體" pitchFamily="34" charset="-120"/>
                      </a:endParaRPr>
                    </a:p>
                  </a:txBody>
                  <a:tcPr marL="36000" marR="36000" marT="0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rowSpan="3" hMerge="1">
                  <a:txBody>
                    <a:bodyPr/>
                    <a:lstStyle/>
                    <a:p>
                      <a:pPr algn="ctr" fontAlgn="ctr"/>
                      <a:endParaRPr lang="zh-TW" altLang="en-US" sz="700" b="0" i="0" u="none" strike="noStrike">
                        <a:latin typeface="微軟正黑體"/>
                      </a:endParaRPr>
                    </a:p>
                  </a:txBody>
                  <a:tcPr marL="0" marR="0" marT="0" marB="0" anchor="ctr"/>
                </a:tc>
                <a:tc rowSpan="3" gridSpan="2">
                  <a:txBody>
                    <a:bodyPr/>
                    <a:lstStyle/>
                    <a:p>
                      <a:pPr algn="ctr" fontAlgn="ctr"/>
                      <a:r>
                        <a:rPr lang="zh-TW" altLang="en-US" sz="900" b="0" i="0" u="none" strike="noStrike" dirty="0">
                          <a:latin typeface="微軟正黑體" pitchFamily="34" charset="-120"/>
                          <a:ea typeface="微軟正黑體" pitchFamily="34" charset="-120"/>
                        </a:rPr>
                        <a:t>　</a:t>
                      </a:r>
                    </a:p>
                    <a:p>
                      <a:pPr algn="ctr" fontAlgn="ctr"/>
                      <a:r>
                        <a:rPr lang="zh-TW" altLang="en-US" sz="900" b="0" i="0" u="none" strike="noStrike" dirty="0">
                          <a:latin typeface="微軟正黑體" pitchFamily="34" charset="-120"/>
                          <a:ea typeface="微軟正黑體" pitchFamily="34" charset="-120"/>
                        </a:rPr>
                        <a:t>　</a:t>
                      </a:r>
                    </a:p>
                    <a:p>
                      <a:pPr algn="ctr" fontAlgn="ctr"/>
                      <a:r>
                        <a:rPr lang="zh-TW" altLang="en-US" sz="900" b="0" i="0" u="none" strike="noStrike" dirty="0">
                          <a:latin typeface="微軟正黑體" pitchFamily="34" charset="-120"/>
                          <a:ea typeface="微軟正黑體" pitchFamily="34" charset="-120"/>
                        </a:rPr>
                        <a:t>　</a:t>
                      </a:r>
                    </a:p>
                  </a:txBody>
                  <a:tcPr marL="36000" marR="36000" marT="0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rowSpan="3"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180000">
                <a:tc gridSpan="2" v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gridSpan="3" v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gridSpan="5">
                  <a:txBody>
                    <a:bodyPr/>
                    <a:lstStyle/>
                    <a:p>
                      <a:pPr algn="ctr" fontAlgn="ctr"/>
                      <a:r>
                        <a:rPr lang="en-US" altLang="zh-TW" sz="900" b="0" i="0" u="none" strike="noStrike" dirty="0" smtClean="0">
                          <a:latin typeface="微軟正黑體" pitchFamily="34" charset="-120"/>
                          <a:ea typeface="微軟正黑體" pitchFamily="34" charset="-120"/>
                        </a:rPr>
                        <a:t>AI2.0</a:t>
                      </a:r>
                      <a:endParaRPr lang="zh-TW" altLang="en-US" sz="900" b="0" i="0" u="none" strike="noStrike" dirty="0">
                        <a:latin typeface="微軟正黑體" pitchFamily="34" charset="-120"/>
                        <a:ea typeface="微軟正黑體" pitchFamily="34" charset="-120"/>
                      </a:endParaRPr>
                    </a:p>
                  </a:txBody>
                  <a:tcPr marL="36000" marR="36000" marT="0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algn="ctr" fontAlgn="ctr"/>
                      <a:endParaRPr lang="zh-TW" altLang="en-US" sz="700" b="0" i="0" u="none" strike="noStrike">
                        <a:latin typeface="微軟正黑體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gridSpan="2" vMerge="1">
                  <a:txBody>
                    <a:bodyPr/>
                    <a:lstStyle/>
                    <a:p>
                      <a:pPr algn="ctr" fontAlgn="ctr"/>
                      <a:endParaRPr lang="zh-TW" altLang="en-US" sz="900" b="0" i="0" u="none" strike="noStrike" dirty="0">
                        <a:latin typeface="微軟正黑體" pitchFamily="34" charset="-120"/>
                        <a:ea typeface="微軟正黑體" pitchFamily="34" charset="-12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 vMerge="1">
                  <a:txBody>
                    <a:bodyPr/>
                    <a:lstStyle/>
                    <a:p>
                      <a:pPr algn="ctr" fontAlgn="ctr"/>
                      <a:endParaRPr lang="zh-TW" altLang="en-US" sz="700" b="0" i="0" u="none" strike="noStrike">
                        <a:latin typeface="微軟正黑體"/>
                      </a:endParaRPr>
                    </a:p>
                  </a:txBody>
                  <a:tcPr marL="0" marR="0" marT="0" marB="0" anchor="ctr"/>
                </a:tc>
                <a:tc gridSpan="2" vMerge="1">
                  <a:txBody>
                    <a:bodyPr/>
                    <a:lstStyle/>
                    <a:p>
                      <a:pPr algn="ctr" fontAlgn="ctr"/>
                      <a:endParaRPr lang="zh-TW" altLang="en-US" sz="900" b="0" i="0" u="none" strike="noStrike" dirty="0">
                        <a:latin typeface="微軟正黑體" pitchFamily="34" charset="-120"/>
                        <a:ea typeface="微軟正黑體" pitchFamily="34" charset="-12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 v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180000">
                <a:tc gridSpan="2" v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gridSpan="3" v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gridSpan="5">
                  <a:txBody>
                    <a:bodyPr/>
                    <a:lstStyle/>
                    <a:p>
                      <a:pPr algn="ctr" fontAlgn="ctr"/>
                      <a:r>
                        <a:rPr lang="zh-TW" altLang="en-US" sz="900" b="0" i="0" u="none" strike="noStrike" dirty="0">
                          <a:latin typeface="微軟正黑體" pitchFamily="34" charset="-120"/>
                          <a:ea typeface="微軟正黑體" pitchFamily="34" charset="-120"/>
                        </a:rPr>
                        <a:t>　</a:t>
                      </a:r>
                    </a:p>
                  </a:txBody>
                  <a:tcPr marL="36000" marR="36000" marT="0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algn="ctr" fontAlgn="ctr"/>
                      <a:endParaRPr lang="zh-TW" altLang="en-US" sz="700" b="0" i="0" u="none" strike="noStrike">
                        <a:latin typeface="微軟正黑體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gridSpan="2" vMerge="1">
                  <a:txBody>
                    <a:bodyPr/>
                    <a:lstStyle/>
                    <a:p>
                      <a:pPr algn="ctr" fontAlgn="ctr"/>
                      <a:endParaRPr lang="zh-TW" altLang="en-US" sz="900" b="0" i="0" u="none" strike="noStrike" dirty="0">
                        <a:latin typeface="微軟正黑體" pitchFamily="34" charset="-120"/>
                        <a:ea typeface="微軟正黑體" pitchFamily="34" charset="-12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 vMerge="1">
                  <a:txBody>
                    <a:bodyPr/>
                    <a:lstStyle/>
                    <a:p>
                      <a:pPr algn="ctr" fontAlgn="ctr"/>
                      <a:endParaRPr lang="zh-TW" altLang="en-US" sz="700" b="0" i="0" u="none" strike="noStrike">
                        <a:latin typeface="微軟正黑體"/>
                      </a:endParaRPr>
                    </a:p>
                  </a:txBody>
                  <a:tcPr marL="0" marR="0" marT="0" marB="0" anchor="ctr"/>
                </a:tc>
                <a:tc gridSpan="2" vMerge="1">
                  <a:txBody>
                    <a:bodyPr/>
                    <a:lstStyle/>
                    <a:p>
                      <a:pPr algn="ctr" fontAlgn="ctr"/>
                      <a:endParaRPr lang="zh-TW" altLang="en-US" sz="900" b="0" i="0" u="none" strike="noStrike" dirty="0">
                        <a:latin typeface="微軟正黑體" pitchFamily="34" charset="-120"/>
                        <a:ea typeface="微軟正黑體" pitchFamily="34" charset="-12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 v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  <a:tr h="180000">
                <a:tc gridSpan="2" v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rowSpan="3" gridSpan="3">
                  <a:txBody>
                    <a:bodyPr/>
                    <a:lstStyle/>
                    <a:p>
                      <a:pPr algn="ctr" fontAlgn="ctr"/>
                      <a:r>
                        <a:rPr lang="zh-TW" altLang="en-US" sz="900" b="1" i="0" u="none" strike="noStrike" dirty="0">
                          <a:latin typeface="微軟正黑體" pitchFamily="34" charset="-120"/>
                          <a:ea typeface="微軟正黑體" pitchFamily="34" charset="-120"/>
                        </a:rPr>
                        <a:t>論文或</a:t>
                      </a:r>
                      <a:r>
                        <a:rPr lang="zh-TW" altLang="en-US" sz="900" b="1" i="0" u="none" strike="noStrike" dirty="0" smtClean="0">
                          <a:latin typeface="微軟正黑體" pitchFamily="34" charset="-120"/>
                          <a:ea typeface="微軟正黑體" pitchFamily="34" charset="-120"/>
                        </a:rPr>
                        <a:t>專利</a:t>
                      </a:r>
                      <a:endParaRPr lang="en-US" altLang="zh-TW" sz="900" b="1" i="0" u="none" strike="noStrike" dirty="0" smtClean="0">
                        <a:latin typeface="微軟正黑體" pitchFamily="34" charset="-120"/>
                        <a:ea typeface="微軟正黑體" pitchFamily="34" charset="-120"/>
                      </a:endParaRPr>
                    </a:p>
                    <a:p>
                      <a:pPr algn="ctr" fontAlgn="ctr"/>
                      <a:r>
                        <a:rPr lang="en-US" altLang="zh-TW" sz="900" b="1" i="0" u="none" strike="noStrike" dirty="0" smtClean="0">
                          <a:latin typeface="微軟正黑體" pitchFamily="34" charset="-120"/>
                          <a:ea typeface="微軟正黑體" pitchFamily="34" charset="-120"/>
                        </a:rPr>
                        <a:t>(</a:t>
                      </a:r>
                      <a:r>
                        <a:rPr lang="zh-TW" altLang="en-US" sz="900" b="1" i="0" u="none" strike="noStrike" dirty="0" smtClean="0">
                          <a:latin typeface="微軟正黑體" pitchFamily="34" charset="-120"/>
                          <a:ea typeface="微軟正黑體" pitchFamily="34" charset="-120"/>
                        </a:rPr>
                        <a:t>或其他特殊事蹟</a:t>
                      </a:r>
                      <a:r>
                        <a:rPr lang="en-US" altLang="zh-TW" sz="900" b="1" i="0" u="none" strike="noStrike" dirty="0" smtClean="0">
                          <a:latin typeface="微軟正黑體" pitchFamily="34" charset="-120"/>
                          <a:ea typeface="微軟正黑體" pitchFamily="34" charset="-120"/>
                        </a:rPr>
                        <a:t>)</a:t>
                      </a:r>
                      <a:endParaRPr lang="zh-TW" altLang="en-US" sz="900" b="1" i="0" u="none" strike="noStrike" dirty="0">
                        <a:latin typeface="微軟正黑體" pitchFamily="34" charset="-120"/>
                        <a:ea typeface="微軟正黑體" pitchFamily="34" charset="-120"/>
                      </a:endParaRPr>
                    </a:p>
                  </a:txBody>
                  <a:tcPr marL="36000" marR="36000" marT="0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rowSpan="3"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rowSpan="3"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gridSpan="5">
                  <a:txBody>
                    <a:bodyPr/>
                    <a:lstStyle/>
                    <a:p>
                      <a:pPr algn="ctr" fontAlgn="ctr"/>
                      <a:r>
                        <a:rPr lang="zh-TW" altLang="en-US" sz="900" b="0" i="0" u="none" strike="noStrike" dirty="0" smtClean="0">
                          <a:latin typeface="微軟正黑體" pitchFamily="34" charset="-120"/>
                          <a:ea typeface="微軟正黑體" pitchFamily="34" charset="-120"/>
                        </a:rPr>
                        <a:t>碩論：以</a:t>
                      </a:r>
                      <a:r>
                        <a:rPr lang="en-US" altLang="zh-TW" sz="900" b="0" i="0" u="none" strike="noStrike" dirty="0" smtClean="0">
                          <a:latin typeface="微軟正黑體" pitchFamily="34" charset="-120"/>
                          <a:ea typeface="微軟正黑體" pitchFamily="34" charset="-120"/>
                        </a:rPr>
                        <a:t>3D</a:t>
                      </a:r>
                      <a:r>
                        <a:rPr lang="zh-TW" altLang="en-US" sz="900" b="0" i="0" u="none" strike="noStrike" dirty="0" smtClean="0">
                          <a:latin typeface="微軟正黑體" pitchFamily="34" charset="-120"/>
                          <a:ea typeface="微軟正黑體" pitchFamily="34" charset="-120"/>
                        </a:rPr>
                        <a:t>取像及匹配做大型物件的自動辨識及取放</a:t>
                      </a:r>
                      <a:r>
                        <a:rPr lang="zh-TW" altLang="en-US" sz="900" b="0" i="0" u="none" strike="noStrike" dirty="0">
                          <a:latin typeface="微軟正黑體" pitchFamily="34" charset="-120"/>
                          <a:ea typeface="微軟正黑體" pitchFamily="34" charset="-120"/>
                        </a:rPr>
                        <a:t>　</a:t>
                      </a:r>
                    </a:p>
                  </a:txBody>
                  <a:tcPr marL="36000" marR="36000" marT="0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algn="ctr" fontAlgn="ctr"/>
                      <a:endParaRPr lang="zh-TW" altLang="en-US" sz="700" b="0" i="0" u="none" strike="noStrike">
                        <a:latin typeface="微軟正黑體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rowSpan="3" gridSpan="2">
                  <a:txBody>
                    <a:bodyPr/>
                    <a:lstStyle/>
                    <a:p>
                      <a:pPr algn="ctr" fontAlgn="ctr"/>
                      <a:endParaRPr lang="zh-TW" altLang="en-US" sz="900" b="0" i="0" u="none" strike="noStrike" dirty="0">
                        <a:latin typeface="微軟正黑體" pitchFamily="34" charset="-120"/>
                        <a:ea typeface="微軟正黑體" pitchFamily="34" charset="-120"/>
                      </a:endParaRPr>
                    </a:p>
                  </a:txBody>
                  <a:tcPr marL="36000" marR="36000" marT="0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rowSpan="3" hMerge="1">
                  <a:txBody>
                    <a:bodyPr/>
                    <a:lstStyle/>
                    <a:p>
                      <a:pPr algn="ctr" fontAlgn="ctr"/>
                      <a:endParaRPr lang="zh-TW" altLang="en-US" sz="700" b="0" i="0" u="none" strike="noStrike">
                        <a:latin typeface="微軟正黑體"/>
                      </a:endParaRPr>
                    </a:p>
                  </a:txBody>
                  <a:tcPr marL="0" marR="0" marT="0" marB="0" anchor="ctr"/>
                </a:tc>
                <a:tc rowSpan="3" gridSpan="2">
                  <a:txBody>
                    <a:bodyPr/>
                    <a:lstStyle/>
                    <a:p>
                      <a:pPr algn="ctr" fontAlgn="ctr"/>
                      <a:r>
                        <a:rPr lang="zh-TW" altLang="en-US" sz="900" b="0" i="0" u="none" strike="noStrike" dirty="0">
                          <a:latin typeface="微軟正黑體" pitchFamily="34" charset="-120"/>
                          <a:ea typeface="微軟正黑體" pitchFamily="34" charset="-120"/>
                        </a:rPr>
                        <a:t>　</a:t>
                      </a:r>
                    </a:p>
                    <a:p>
                      <a:pPr algn="ctr" fontAlgn="ctr"/>
                      <a:r>
                        <a:rPr lang="zh-TW" altLang="en-US" sz="900" b="0" i="0" u="none" strike="noStrike" dirty="0">
                          <a:latin typeface="微軟正黑體" pitchFamily="34" charset="-120"/>
                          <a:ea typeface="微軟正黑體" pitchFamily="34" charset="-120"/>
                        </a:rPr>
                        <a:t>　</a:t>
                      </a:r>
                    </a:p>
                    <a:p>
                      <a:pPr algn="ctr" fontAlgn="ctr"/>
                      <a:r>
                        <a:rPr lang="zh-TW" altLang="en-US" sz="900" b="0" i="0" u="none" strike="noStrike" dirty="0">
                          <a:latin typeface="微軟正黑體" pitchFamily="34" charset="-120"/>
                          <a:ea typeface="微軟正黑體" pitchFamily="34" charset="-120"/>
                        </a:rPr>
                        <a:t>　</a:t>
                      </a:r>
                    </a:p>
                  </a:txBody>
                  <a:tcPr marL="36000" marR="36000" marT="0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rowSpan="3"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14"/>
                  </a:ext>
                </a:extLst>
              </a:tr>
              <a:tr h="180000">
                <a:tc gridSpan="2" v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gridSpan="3" v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gridSpan="5">
                  <a:txBody>
                    <a:bodyPr/>
                    <a:lstStyle/>
                    <a:p>
                      <a:pPr algn="ctr" fontAlgn="ctr"/>
                      <a:r>
                        <a:rPr lang="zh-TW" altLang="en-US" sz="900" b="0" i="0" u="none" strike="noStrike" dirty="0" smtClean="0">
                          <a:latin typeface="微軟正黑體" pitchFamily="34" charset="-120"/>
                          <a:ea typeface="微軟正黑體" pitchFamily="34" charset="-120"/>
                        </a:rPr>
                        <a:t>前份工作：</a:t>
                      </a:r>
                      <a:r>
                        <a:rPr lang="en-US" altLang="zh-TW" sz="900" b="0" i="0" u="none" strike="noStrike" dirty="0" smtClean="0">
                          <a:latin typeface="微軟正黑體" pitchFamily="34" charset="-120"/>
                          <a:ea typeface="微軟正黑體" pitchFamily="34" charset="-120"/>
                        </a:rPr>
                        <a:t>AI</a:t>
                      </a:r>
                      <a:r>
                        <a:rPr lang="zh-TW" altLang="en-US" sz="900" b="0" i="0" u="none" strike="noStrike" dirty="0" smtClean="0">
                          <a:latin typeface="微軟正黑體" pitchFamily="34" charset="-120"/>
                          <a:ea typeface="微軟正黑體" pitchFamily="34" charset="-120"/>
                        </a:rPr>
                        <a:t>分類銅箔瑕疵檢測</a:t>
                      </a:r>
                      <a:r>
                        <a:rPr lang="zh-TW" altLang="en-US" sz="900" b="0" i="0" u="none" strike="noStrike" dirty="0">
                          <a:latin typeface="微軟正黑體" pitchFamily="34" charset="-120"/>
                          <a:ea typeface="微軟正黑體" pitchFamily="34" charset="-120"/>
                        </a:rPr>
                        <a:t>　</a:t>
                      </a:r>
                    </a:p>
                  </a:txBody>
                  <a:tcPr marL="36000" marR="36000" marT="0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algn="ctr" fontAlgn="ctr"/>
                      <a:endParaRPr lang="zh-TW" altLang="en-US" sz="700" b="0" i="0" u="none" strike="noStrike">
                        <a:latin typeface="微軟正黑體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gridSpan="2" vMerge="1">
                  <a:txBody>
                    <a:bodyPr/>
                    <a:lstStyle/>
                    <a:p>
                      <a:pPr algn="ctr" fontAlgn="ctr"/>
                      <a:endParaRPr lang="zh-TW" altLang="en-US" sz="900" b="0" i="0" u="none" strike="noStrike" dirty="0">
                        <a:latin typeface="微軟正黑體" pitchFamily="34" charset="-120"/>
                        <a:ea typeface="微軟正黑體" pitchFamily="34" charset="-12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 vMerge="1">
                  <a:txBody>
                    <a:bodyPr/>
                    <a:lstStyle/>
                    <a:p>
                      <a:pPr algn="ctr" fontAlgn="ctr"/>
                      <a:endParaRPr lang="zh-TW" altLang="en-US" sz="700" b="0" i="0" u="none" strike="noStrike">
                        <a:latin typeface="微軟正黑體"/>
                      </a:endParaRPr>
                    </a:p>
                  </a:txBody>
                  <a:tcPr marL="0" marR="0" marT="0" marB="0" anchor="ctr"/>
                </a:tc>
                <a:tc gridSpan="2" vMerge="1">
                  <a:txBody>
                    <a:bodyPr/>
                    <a:lstStyle/>
                    <a:p>
                      <a:pPr algn="ctr" fontAlgn="ctr"/>
                      <a:endParaRPr lang="zh-TW" altLang="en-US" sz="900" b="0" i="0" u="none" strike="noStrike" dirty="0">
                        <a:latin typeface="微軟正黑體" pitchFamily="34" charset="-120"/>
                        <a:ea typeface="微軟正黑體" pitchFamily="34" charset="-12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 v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15"/>
                  </a:ext>
                </a:extLst>
              </a:tr>
              <a:tr h="180000">
                <a:tc gridSpan="2" v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gridSpan="3" v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gridSpan="5">
                  <a:txBody>
                    <a:bodyPr/>
                    <a:lstStyle/>
                    <a:p>
                      <a:pPr algn="ctr" fontAlgn="ctr"/>
                      <a:r>
                        <a:rPr lang="zh-TW" altLang="en-US" sz="900" b="0" i="0" u="none" strike="noStrike" dirty="0">
                          <a:latin typeface="微軟正黑體" pitchFamily="34" charset="-120"/>
                          <a:ea typeface="微軟正黑體" pitchFamily="34" charset="-120"/>
                        </a:rPr>
                        <a:t>　</a:t>
                      </a:r>
                    </a:p>
                  </a:txBody>
                  <a:tcPr marL="36000" marR="36000" marT="0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algn="ctr" fontAlgn="ctr"/>
                      <a:endParaRPr lang="zh-TW" altLang="en-US" sz="700" b="0" i="0" u="none" strike="noStrike">
                        <a:latin typeface="微軟正黑體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gridSpan="2" vMerge="1">
                  <a:txBody>
                    <a:bodyPr/>
                    <a:lstStyle/>
                    <a:p>
                      <a:pPr algn="ctr" fontAlgn="ctr"/>
                      <a:endParaRPr lang="zh-TW" altLang="en-US" sz="900" b="0" i="0" u="none" strike="noStrike" dirty="0">
                        <a:latin typeface="微軟正黑體" pitchFamily="34" charset="-120"/>
                        <a:ea typeface="微軟正黑體" pitchFamily="34" charset="-12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 vMerge="1">
                  <a:txBody>
                    <a:bodyPr/>
                    <a:lstStyle/>
                    <a:p>
                      <a:pPr algn="ctr" fontAlgn="ctr"/>
                      <a:endParaRPr lang="zh-TW" altLang="en-US" sz="700" b="0" i="0" u="none" strike="noStrike">
                        <a:latin typeface="微軟正黑體"/>
                      </a:endParaRPr>
                    </a:p>
                  </a:txBody>
                  <a:tcPr marL="0" marR="0" marT="0" marB="0" anchor="ctr"/>
                </a:tc>
                <a:tc gridSpan="2" vMerge="1">
                  <a:txBody>
                    <a:bodyPr/>
                    <a:lstStyle/>
                    <a:p>
                      <a:pPr algn="ctr" fontAlgn="ctr"/>
                      <a:endParaRPr lang="zh-TW" altLang="en-US" sz="900" b="0" i="0" u="none" strike="noStrike" dirty="0">
                        <a:latin typeface="微軟正黑體" pitchFamily="34" charset="-120"/>
                        <a:ea typeface="微軟正黑體" pitchFamily="34" charset="-12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 v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16"/>
                  </a:ext>
                </a:extLst>
              </a:tr>
            </a:tbl>
          </a:graphicData>
        </a:graphic>
      </p:graphicFrame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內容版面配置區 1"/>
          <p:cNvSpPr>
            <a:spLocks noGrp="1"/>
          </p:cNvSpPr>
          <p:nvPr>
            <p:ph sz="quarter" idx="22"/>
          </p:nvPr>
        </p:nvSpPr>
        <p:spPr>
          <a:xfrm>
            <a:off x="557554" y="951570"/>
            <a:ext cx="8334926" cy="3397877"/>
          </a:xfrm>
        </p:spPr>
        <p:txBody>
          <a:bodyPr/>
          <a:lstStyle/>
          <a:p>
            <a:r>
              <a:rPr lang="en-US" altLang="zh-TW" dirty="0" smtClean="0"/>
              <a:t>GPIP</a:t>
            </a:r>
            <a:r>
              <a:rPr lang="zh-TW" altLang="en-US" dirty="0" smtClean="0"/>
              <a:t> </a:t>
            </a:r>
            <a:r>
              <a:rPr lang="en-US" altLang="zh-TW" dirty="0" smtClean="0"/>
              <a:t>OLED</a:t>
            </a:r>
            <a:r>
              <a:rPr lang="zh-TW" altLang="en-US" dirty="0" smtClean="0"/>
              <a:t>外觀檢</a:t>
            </a:r>
            <a:endParaRPr lang="zh-TW" altLang="en-US" dirty="0"/>
          </a:p>
        </p:txBody>
      </p:sp>
      <p:sp>
        <p:nvSpPr>
          <p:cNvPr id="3" name="標題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2"/>
            <a:r>
              <a:rPr lang="zh-TW" altLang="en-US" dirty="0" smtClean="0">
                <a:latin typeface="微軟正黑體" pitchFamily="34" charset="-120"/>
              </a:rPr>
              <a:t>公司貢獻</a:t>
            </a:r>
            <a:r>
              <a:rPr lang="zh-TW" altLang="en-US" dirty="0" smtClean="0"/>
              <a:t>補充說明</a:t>
            </a:r>
            <a:endParaRPr lang="zh-TW" altLang="en-US" dirty="0"/>
          </a:p>
        </p:txBody>
      </p:sp>
      <p:pic>
        <p:nvPicPr>
          <p:cNvPr id="4" name="圖片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01670" y="2476602"/>
            <a:ext cx="1560286" cy="2610290"/>
          </a:xfrm>
          <a:prstGeom prst="rect">
            <a:avLst/>
          </a:prstGeom>
        </p:spPr>
      </p:pic>
      <p:graphicFrame>
        <p:nvGraphicFramePr>
          <p:cNvPr id="5" name="表格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85563019"/>
              </p:ext>
            </p:extLst>
          </p:nvPr>
        </p:nvGraphicFramePr>
        <p:xfrm>
          <a:off x="568924" y="1370260"/>
          <a:ext cx="2925325" cy="1127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97171">
                  <a:extLst>
                    <a:ext uri="{9D8B030D-6E8A-4147-A177-3AD203B41FA5}">
                      <a16:colId xmlns:a16="http://schemas.microsoft.com/office/drawing/2014/main" val="2524937637"/>
                    </a:ext>
                  </a:extLst>
                </a:gridCol>
                <a:gridCol w="2128154">
                  <a:extLst>
                    <a:ext uri="{9D8B030D-6E8A-4147-A177-3AD203B41FA5}">
                      <a16:colId xmlns:a16="http://schemas.microsoft.com/office/drawing/2014/main" val="1306157109"/>
                    </a:ext>
                  </a:extLst>
                </a:gridCol>
              </a:tblGrid>
              <a:tr h="224505"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1000" dirty="0" smtClean="0"/>
                        <a:t>項目</a:t>
                      </a:r>
                      <a:endParaRPr lang="zh-TW" altLang="en-US" sz="1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1000" dirty="0" smtClean="0"/>
                        <a:t>描述</a:t>
                      </a:r>
                      <a:endParaRPr lang="zh-TW" altLang="en-US" sz="10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91349507"/>
                  </a:ext>
                </a:extLst>
              </a:tr>
              <a:tr h="231295"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1000" dirty="0" smtClean="0"/>
                        <a:t>相機</a:t>
                      </a:r>
                      <a:endParaRPr lang="zh-TW" altLang="en-US" sz="1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1000" dirty="0" smtClean="0"/>
                        <a:t>每站一台</a:t>
                      </a:r>
                      <a:r>
                        <a:rPr lang="zh-TW" altLang="en-US" sz="1000" baseline="0" dirty="0" smtClean="0"/>
                        <a:t>相機</a:t>
                      </a:r>
                      <a:endParaRPr lang="zh-TW" altLang="en-US" sz="10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57804752"/>
                  </a:ext>
                </a:extLst>
              </a:tr>
              <a:tr h="224505"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1000" dirty="0" smtClean="0"/>
                        <a:t>影像</a:t>
                      </a:r>
                      <a:endParaRPr lang="zh-TW" altLang="en-US" sz="1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1000" dirty="0" smtClean="0"/>
                        <a:t>每次拍一張</a:t>
                      </a:r>
                      <a:endParaRPr lang="zh-TW" altLang="en-US" sz="10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49768759"/>
                  </a:ext>
                </a:extLst>
              </a:tr>
              <a:tr h="364820"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1000" dirty="0" smtClean="0"/>
                        <a:t>流程簡述</a:t>
                      </a:r>
                      <a:endParaRPr lang="zh-TW" altLang="en-US" sz="1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1000" dirty="0" smtClean="0"/>
                        <a:t>對每張影像進行定位後、對各區塊檢測不同瑕疵及</a:t>
                      </a:r>
                      <a:r>
                        <a:rPr lang="en-US" altLang="zh-TW" sz="1000" dirty="0" smtClean="0"/>
                        <a:t>FV</a:t>
                      </a:r>
                      <a:r>
                        <a:rPr lang="zh-TW" altLang="en-US" sz="1000" dirty="0" smtClean="0"/>
                        <a:t> </a:t>
                      </a:r>
                      <a:r>
                        <a:rPr lang="en-US" altLang="zh-TW" sz="1000" dirty="0" err="1" smtClean="0"/>
                        <a:t>func</a:t>
                      </a:r>
                      <a:endParaRPr lang="zh-TW" altLang="en-US" sz="10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06194566"/>
                  </a:ext>
                </a:extLst>
              </a:tr>
            </a:tbl>
          </a:graphicData>
        </a:graphic>
      </p:graphicFrame>
      <p:sp>
        <p:nvSpPr>
          <p:cNvPr id="7" name="橢圓 6"/>
          <p:cNvSpPr/>
          <p:nvPr/>
        </p:nvSpPr>
        <p:spPr>
          <a:xfrm>
            <a:off x="5517105" y="480432"/>
            <a:ext cx="1557173" cy="1280685"/>
          </a:xfrm>
          <a:prstGeom prst="ellipse">
            <a:avLst/>
          </a:prstGeom>
          <a:solidFill>
            <a:srgbClr val="449E9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1050" b="1" dirty="0" smtClean="0">
                <a:latin typeface="Gill Sans MT" pitchFamily="34" charset="0"/>
              </a:rPr>
              <a:t>align</a:t>
            </a:r>
            <a:endParaRPr lang="zh-TW" altLang="en-US" sz="1050" b="1" dirty="0">
              <a:latin typeface="Gill Sans MT" pitchFamily="34" charset="0"/>
            </a:endParaRPr>
          </a:p>
        </p:txBody>
      </p:sp>
      <p:sp>
        <p:nvSpPr>
          <p:cNvPr id="8" name="橢圓 7"/>
          <p:cNvSpPr/>
          <p:nvPr/>
        </p:nvSpPr>
        <p:spPr>
          <a:xfrm>
            <a:off x="4406225" y="1591913"/>
            <a:ext cx="1557173" cy="1280685"/>
          </a:xfrm>
          <a:prstGeom prst="ellipse">
            <a:avLst/>
          </a:prstGeom>
          <a:solidFill>
            <a:srgbClr val="449E9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1050" b="1" dirty="0" err="1" smtClean="0">
                <a:latin typeface="Gill Sans MT" pitchFamily="34" charset="0"/>
              </a:rPr>
              <a:t>Differnece</a:t>
            </a:r>
            <a:endParaRPr lang="zh-TW" altLang="en-US" sz="1050" b="1" dirty="0">
              <a:latin typeface="Gill Sans MT" pitchFamily="34" charset="0"/>
            </a:endParaRPr>
          </a:p>
        </p:txBody>
      </p:sp>
      <p:sp>
        <p:nvSpPr>
          <p:cNvPr id="9" name="橢圓 8"/>
          <p:cNvSpPr/>
          <p:nvPr/>
        </p:nvSpPr>
        <p:spPr>
          <a:xfrm>
            <a:off x="4845301" y="3105083"/>
            <a:ext cx="1557173" cy="1280685"/>
          </a:xfrm>
          <a:prstGeom prst="ellipse">
            <a:avLst/>
          </a:prstGeom>
          <a:solidFill>
            <a:srgbClr val="449E9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1050" b="1" dirty="0" smtClean="0">
                <a:latin typeface="Gill Sans MT" pitchFamily="34" charset="0"/>
              </a:rPr>
              <a:t>Adaptive Threshold</a:t>
            </a:r>
            <a:endParaRPr lang="zh-TW" altLang="en-US" sz="1050" b="1" dirty="0">
              <a:latin typeface="Gill Sans MT" pitchFamily="34" charset="0"/>
            </a:endParaRPr>
          </a:p>
        </p:txBody>
      </p:sp>
      <p:sp>
        <p:nvSpPr>
          <p:cNvPr id="10" name="橢圓 9"/>
          <p:cNvSpPr/>
          <p:nvPr/>
        </p:nvSpPr>
        <p:spPr>
          <a:xfrm>
            <a:off x="6597225" y="3064009"/>
            <a:ext cx="1557173" cy="1280685"/>
          </a:xfrm>
          <a:prstGeom prst="ellipse">
            <a:avLst/>
          </a:prstGeom>
          <a:solidFill>
            <a:srgbClr val="449E9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1050" b="1" dirty="0" smtClean="0">
                <a:latin typeface="Gill Sans MT" pitchFamily="34" charset="0"/>
              </a:rPr>
              <a:t>Ps </a:t>
            </a:r>
            <a:r>
              <a:rPr lang="en-US" altLang="zh-TW" sz="1050" b="1" dirty="0" err="1" smtClean="0">
                <a:latin typeface="Gill Sans MT" pitchFamily="34" charset="0"/>
              </a:rPr>
              <a:t>mura</a:t>
            </a:r>
            <a:endParaRPr lang="zh-TW" altLang="en-US" sz="1050" b="1" dirty="0">
              <a:latin typeface="Gill Sans MT" pitchFamily="34" charset="0"/>
            </a:endParaRPr>
          </a:p>
        </p:txBody>
      </p:sp>
      <p:sp>
        <p:nvSpPr>
          <p:cNvPr id="11" name="橢圓 10"/>
          <p:cNvSpPr/>
          <p:nvPr/>
        </p:nvSpPr>
        <p:spPr>
          <a:xfrm>
            <a:off x="6832034" y="1551092"/>
            <a:ext cx="1557173" cy="1280685"/>
          </a:xfrm>
          <a:prstGeom prst="ellipse">
            <a:avLst/>
          </a:prstGeom>
          <a:solidFill>
            <a:srgbClr val="449E9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1050" b="1" dirty="0" smtClean="0">
                <a:latin typeface="Gill Sans MT" pitchFamily="34" charset="0"/>
              </a:rPr>
              <a:t>measurement</a:t>
            </a:r>
            <a:endParaRPr lang="zh-TW" altLang="en-US" sz="1050" b="1" dirty="0">
              <a:latin typeface="Gill Sans MT" pitchFamily="34" charset="0"/>
            </a:endParaRPr>
          </a:p>
        </p:txBody>
      </p:sp>
      <p:pic>
        <p:nvPicPr>
          <p:cNvPr id="13" name="圖片 1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87678" y="1199734"/>
            <a:ext cx="826154" cy="858366"/>
          </a:xfrm>
          <a:prstGeom prst="rect">
            <a:avLst/>
          </a:prstGeom>
        </p:spPr>
      </p:pic>
      <p:pic>
        <p:nvPicPr>
          <p:cNvPr id="14" name="圖片 1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542609" y="3872835"/>
            <a:ext cx="1360016" cy="1025865"/>
          </a:xfrm>
          <a:prstGeom prst="rect">
            <a:avLst/>
          </a:prstGeom>
        </p:spPr>
      </p:pic>
      <p:pic>
        <p:nvPicPr>
          <p:cNvPr id="15" name="圖片 14"/>
          <p:cNvPicPr>
            <a:picLocks noChangeAspect="1"/>
          </p:cNvPicPr>
          <p:nvPr/>
        </p:nvPicPr>
        <p:blipFill rotWithShape="1">
          <a:blip r:embed="rId5"/>
          <a:srcRect l="56676" t="25860" r="13495" b="4994"/>
          <a:stretch/>
        </p:blipFill>
        <p:spPr>
          <a:xfrm>
            <a:off x="4258750" y="3792254"/>
            <a:ext cx="1009599" cy="969215"/>
          </a:xfrm>
          <a:prstGeom prst="rect">
            <a:avLst/>
          </a:prstGeom>
        </p:spPr>
      </p:pic>
      <p:pic>
        <p:nvPicPr>
          <p:cNvPr id="18" name="圖片 17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702302" y="237293"/>
            <a:ext cx="908318" cy="957416"/>
          </a:xfrm>
          <a:prstGeom prst="rect">
            <a:avLst/>
          </a:prstGeom>
        </p:spPr>
      </p:pic>
      <p:pic>
        <p:nvPicPr>
          <p:cNvPr id="19" name="圖片 18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174688" y="1792065"/>
            <a:ext cx="912543" cy="1378001"/>
          </a:xfrm>
          <a:prstGeom prst="rect">
            <a:avLst/>
          </a:prstGeom>
        </p:spPr>
      </p:pic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標題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2"/>
            <a:r>
              <a:rPr lang="zh-TW" altLang="en-US" dirty="0" smtClean="0">
                <a:latin typeface="微軟正黑體" pitchFamily="34" charset="-120"/>
              </a:rPr>
              <a:t>公司貢獻</a:t>
            </a:r>
            <a:r>
              <a:rPr lang="zh-TW" altLang="en-US" dirty="0" smtClean="0"/>
              <a:t>補充說明</a:t>
            </a:r>
            <a:endParaRPr lang="zh-TW" altLang="en-US" dirty="0"/>
          </a:p>
        </p:txBody>
      </p:sp>
      <p:sp>
        <p:nvSpPr>
          <p:cNvPr id="2" name="內容版面配置區 1"/>
          <p:cNvSpPr>
            <a:spLocks noGrp="1"/>
          </p:cNvSpPr>
          <p:nvPr>
            <p:ph sz="quarter" idx="22"/>
          </p:nvPr>
        </p:nvSpPr>
        <p:spPr>
          <a:xfrm>
            <a:off x="557554" y="1266605"/>
            <a:ext cx="8334926" cy="3397877"/>
          </a:xfrm>
        </p:spPr>
        <p:txBody>
          <a:bodyPr/>
          <a:lstStyle/>
          <a:p>
            <a:r>
              <a:rPr lang="en-US" altLang="zh-TW" dirty="0"/>
              <a:t>AI2.0</a:t>
            </a:r>
            <a:r>
              <a:rPr lang="zh-TW" altLang="en-US" dirty="0"/>
              <a:t> 解決</a:t>
            </a:r>
            <a:r>
              <a:rPr lang="zh-TW" altLang="en-US" dirty="0" smtClean="0"/>
              <a:t>方案</a:t>
            </a:r>
            <a:endParaRPr lang="zh-TW" altLang="en-US" dirty="0"/>
          </a:p>
        </p:txBody>
      </p:sp>
      <p:sp>
        <p:nvSpPr>
          <p:cNvPr id="28" name="圓角矩形 27"/>
          <p:cNvSpPr/>
          <p:nvPr/>
        </p:nvSpPr>
        <p:spPr>
          <a:xfrm>
            <a:off x="533637" y="1913201"/>
            <a:ext cx="2745305" cy="2565285"/>
          </a:xfrm>
          <a:prstGeom prst="roundRect">
            <a:avLst/>
          </a:prstGeom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t"/>
          <a:lstStyle/>
          <a:p>
            <a:pPr algn="ctr"/>
            <a:r>
              <a:rPr lang="en-US" altLang="zh-TW" dirty="0" smtClean="0"/>
              <a:t>AI2.0</a:t>
            </a:r>
          </a:p>
        </p:txBody>
      </p:sp>
      <p:sp>
        <p:nvSpPr>
          <p:cNvPr id="29" name="橢圓 28"/>
          <p:cNvSpPr/>
          <p:nvPr/>
        </p:nvSpPr>
        <p:spPr>
          <a:xfrm>
            <a:off x="1199716" y="3416152"/>
            <a:ext cx="675075" cy="521038"/>
          </a:xfrm>
          <a:prstGeom prst="ellipse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TW" altLang="en-US" sz="1100" dirty="0" smtClean="0"/>
              <a:t>安裝</a:t>
            </a:r>
            <a:endParaRPr lang="zh-TW" altLang="en-US" sz="1100" dirty="0"/>
          </a:p>
        </p:txBody>
      </p:sp>
      <p:sp>
        <p:nvSpPr>
          <p:cNvPr id="30" name="橢圓 29"/>
          <p:cNvSpPr/>
          <p:nvPr/>
        </p:nvSpPr>
        <p:spPr>
          <a:xfrm>
            <a:off x="1885519" y="3416152"/>
            <a:ext cx="675075" cy="521038"/>
          </a:xfrm>
          <a:prstGeom prst="ellipse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TW" altLang="en-US" sz="1100" dirty="0" smtClean="0"/>
              <a:t>訓練</a:t>
            </a:r>
            <a:endParaRPr lang="zh-TW" altLang="en-US" sz="1100" dirty="0"/>
          </a:p>
        </p:txBody>
      </p:sp>
      <p:sp>
        <p:nvSpPr>
          <p:cNvPr id="31" name="橢圓 30"/>
          <p:cNvSpPr/>
          <p:nvPr/>
        </p:nvSpPr>
        <p:spPr>
          <a:xfrm>
            <a:off x="1523746" y="3887930"/>
            <a:ext cx="675075" cy="521038"/>
          </a:xfrm>
          <a:prstGeom prst="ellipse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TW" altLang="en-US" sz="1100" dirty="0" smtClean="0"/>
              <a:t>預測</a:t>
            </a:r>
            <a:endParaRPr lang="zh-TW" altLang="en-US" sz="1100" dirty="0"/>
          </a:p>
        </p:txBody>
      </p:sp>
      <p:sp>
        <p:nvSpPr>
          <p:cNvPr id="32" name="橢圓 31"/>
          <p:cNvSpPr/>
          <p:nvPr/>
        </p:nvSpPr>
        <p:spPr>
          <a:xfrm>
            <a:off x="668652" y="2338840"/>
            <a:ext cx="675075" cy="521038"/>
          </a:xfrm>
          <a:prstGeom prst="ellipse">
            <a:avLst/>
          </a:prstGeom>
        </p:spPr>
        <p:style>
          <a:lnRef idx="0">
            <a:schemeClr val="dk1"/>
          </a:lnRef>
          <a:fillRef idx="3">
            <a:schemeClr val="dk1"/>
          </a:fillRef>
          <a:effectRef idx="3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TW" altLang="en-US" sz="1100" dirty="0" smtClean="0"/>
              <a:t>風格轉換</a:t>
            </a:r>
            <a:endParaRPr lang="zh-TW" altLang="en-US" sz="1100" dirty="0"/>
          </a:p>
        </p:txBody>
      </p:sp>
      <p:sp>
        <p:nvSpPr>
          <p:cNvPr id="33" name="橢圓 32"/>
          <p:cNvSpPr/>
          <p:nvPr/>
        </p:nvSpPr>
        <p:spPr>
          <a:xfrm>
            <a:off x="2422880" y="2330330"/>
            <a:ext cx="675075" cy="521038"/>
          </a:xfrm>
          <a:prstGeom prst="ellipse">
            <a:avLst/>
          </a:prstGeom>
        </p:spPr>
        <p:style>
          <a:lnRef idx="0">
            <a:schemeClr val="dk1"/>
          </a:lnRef>
          <a:fillRef idx="3">
            <a:schemeClr val="dk1"/>
          </a:fillRef>
          <a:effectRef idx="3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TW" altLang="en-US" sz="1100" dirty="0" smtClean="0"/>
              <a:t>分類</a:t>
            </a:r>
            <a:endParaRPr lang="zh-TW" altLang="en-US" sz="1100" dirty="0"/>
          </a:p>
        </p:txBody>
      </p:sp>
      <p:sp>
        <p:nvSpPr>
          <p:cNvPr id="34" name="橢圓 33"/>
          <p:cNvSpPr/>
          <p:nvPr/>
        </p:nvSpPr>
        <p:spPr>
          <a:xfrm>
            <a:off x="1547981" y="2338840"/>
            <a:ext cx="675075" cy="521038"/>
          </a:xfrm>
          <a:prstGeom prst="ellipse">
            <a:avLst/>
          </a:prstGeom>
        </p:spPr>
        <p:style>
          <a:lnRef idx="0">
            <a:schemeClr val="dk1"/>
          </a:lnRef>
          <a:fillRef idx="3">
            <a:schemeClr val="dk1"/>
          </a:fillRef>
          <a:effectRef idx="3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TW" altLang="en-US" sz="1100" dirty="0" smtClean="0"/>
              <a:t>異常偵測</a:t>
            </a:r>
            <a:endParaRPr lang="zh-TW" altLang="en-US" sz="1100" dirty="0"/>
          </a:p>
        </p:txBody>
      </p:sp>
      <p:sp>
        <p:nvSpPr>
          <p:cNvPr id="35" name="橢圓 34"/>
          <p:cNvSpPr/>
          <p:nvPr/>
        </p:nvSpPr>
        <p:spPr>
          <a:xfrm>
            <a:off x="668652" y="2874860"/>
            <a:ext cx="675075" cy="521038"/>
          </a:xfrm>
          <a:prstGeom prst="ellipse">
            <a:avLst/>
          </a:prstGeom>
        </p:spPr>
        <p:style>
          <a:lnRef idx="0">
            <a:schemeClr val="dk1"/>
          </a:lnRef>
          <a:fillRef idx="3">
            <a:schemeClr val="dk1"/>
          </a:fillRef>
          <a:effectRef idx="3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TW" altLang="en-US" sz="1100" dirty="0" smtClean="0"/>
              <a:t>回歸</a:t>
            </a:r>
            <a:endParaRPr lang="zh-TW" altLang="en-US" sz="1100" dirty="0"/>
          </a:p>
        </p:txBody>
      </p:sp>
      <p:sp>
        <p:nvSpPr>
          <p:cNvPr id="36" name="橢圓 35"/>
          <p:cNvSpPr/>
          <p:nvPr/>
        </p:nvSpPr>
        <p:spPr>
          <a:xfrm>
            <a:off x="2422880" y="2866350"/>
            <a:ext cx="675075" cy="521038"/>
          </a:xfrm>
          <a:prstGeom prst="ellipse">
            <a:avLst/>
          </a:prstGeom>
        </p:spPr>
        <p:style>
          <a:lnRef idx="0">
            <a:schemeClr val="dk1"/>
          </a:lnRef>
          <a:fillRef idx="3">
            <a:schemeClr val="dk1"/>
          </a:fillRef>
          <a:effectRef idx="3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TW" altLang="en-US" sz="1100" dirty="0" smtClean="0"/>
              <a:t>物件偵測</a:t>
            </a:r>
            <a:endParaRPr lang="zh-TW" altLang="en-US" sz="1100" dirty="0"/>
          </a:p>
        </p:txBody>
      </p:sp>
      <p:sp>
        <p:nvSpPr>
          <p:cNvPr id="37" name="橢圓 36"/>
          <p:cNvSpPr/>
          <p:nvPr/>
        </p:nvSpPr>
        <p:spPr>
          <a:xfrm>
            <a:off x="1547981" y="2874860"/>
            <a:ext cx="675075" cy="521038"/>
          </a:xfrm>
          <a:prstGeom prst="ellipse">
            <a:avLst/>
          </a:prstGeom>
        </p:spPr>
        <p:style>
          <a:lnRef idx="0">
            <a:schemeClr val="dk1"/>
          </a:lnRef>
          <a:fillRef idx="3">
            <a:schemeClr val="dk1"/>
          </a:fillRef>
          <a:effectRef idx="3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TW" altLang="en-US" sz="1100" dirty="0" smtClean="0"/>
              <a:t>物件分割</a:t>
            </a:r>
            <a:endParaRPr lang="zh-TW" altLang="en-US" sz="1100" dirty="0"/>
          </a:p>
        </p:txBody>
      </p:sp>
      <p:pic>
        <p:nvPicPr>
          <p:cNvPr id="38" name="圖片 37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71728" y="1957094"/>
            <a:ext cx="2130452" cy="2146967"/>
          </a:xfrm>
          <a:prstGeom prst="rect">
            <a:avLst/>
          </a:prstGeom>
        </p:spPr>
      </p:pic>
      <p:pic>
        <p:nvPicPr>
          <p:cNvPr id="39" name="圖片 38"/>
          <p:cNvPicPr>
            <a:picLocks noChangeAspect="1"/>
          </p:cNvPicPr>
          <p:nvPr/>
        </p:nvPicPr>
        <p:blipFill rotWithShape="1">
          <a:blip r:embed="rId3"/>
          <a:srcRect r="38451"/>
          <a:stretch/>
        </p:blipFill>
        <p:spPr>
          <a:xfrm>
            <a:off x="5994966" y="1652854"/>
            <a:ext cx="2287438" cy="2397028"/>
          </a:xfrm>
          <a:prstGeom prst="rect">
            <a:avLst/>
          </a:prstGeom>
        </p:spPr>
      </p:pic>
      <p:pic>
        <p:nvPicPr>
          <p:cNvPr id="40" name="圖片 39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05307" y="2627592"/>
            <a:ext cx="2575348" cy="1969383"/>
          </a:xfrm>
          <a:prstGeom prst="rect">
            <a:avLst/>
          </a:prstGeom>
        </p:spPr>
      </p:pic>
      <p:sp>
        <p:nvSpPr>
          <p:cNvPr id="41" name="圓角矩形 40"/>
          <p:cNvSpPr/>
          <p:nvPr/>
        </p:nvSpPr>
        <p:spPr>
          <a:xfrm>
            <a:off x="3900848" y="4180757"/>
            <a:ext cx="1435264" cy="315035"/>
          </a:xfrm>
          <a:prstGeom prst="round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TW" altLang="en-US" dirty="0" smtClean="0"/>
              <a:t>整合安裝工具</a:t>
            </a:r>
            <a:endParaRPr lang="zh-TW" altLang="en-US" dirty="0"/>
          </a:p>
        </p:txBody>
      </p:sp>
      <p:sp>
        <p:nvSpPr>
          <p:cNvPr id="44" name="圓角矩形 43"/>
          <p:cNvSpPr/>
          <p:nvPr/>
        </p:nvSpPr>
        <p:spPr>
          <a:xfrm>
            <a:off x="6839448" y="4596975"/>
            <a:ext cx="1435264" cy="315035"/>
          </a:xfrm>
          <a:prstGeom prst="round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TW" altLang="en-US" dirty="0" smtClean="0"/>
              <a:t>整合訓練程式</a:t>
            </a:r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3266688784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標題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2"/>
            <a:r>
              <a:rPr lang="zh-TW" altLang="en-US" dirty="0" smtClean="0">
                <a:latin typeface="微軟正黑體" pitchFamily="34" charset="-120"/>
              </a:rPr>
              <a:t>公司貢獻</a:t>
            </a:r>
            <a:r>
              <a:rPr lang="zh-TW" altLang="en-US" dirty="0" smtClean="0"/>
              <a:t>補充說明</a:t>
            </a:r>
            <a:endParaRPr lang="zh-TW" altLang="en-US" dirty="0"/>
          </a:p>
        </p:txBody>
      </p:sp>
      <p:sp>
        <p:nvSpPr>
          <p:cNvPr id="6" name="內容版面配置區 5"/>
          <p:cNvSpPr>
            <a:spLocks noGrp="1"/>
          </p:cNvSpPr>
          <p:nvPr>
            <p:ph sz="quarter" idx="22"/>
          </p:nvPr>
        </p:nvSpPr>
        <p:spPr>
          <a:xfrm>
            <a:off x="557554" y="1086585"/>
            <a:ext cx="8334926" cy="3397877"/>
          </a:xfrm>
        </p:spPr>
        <p:txBody>
          <a:bodyPr/>
          <a:lstStyle/>
          <a:p>
            <a:r>
              <a:rPr lang="en-US" altLang="zh-TW" dirty="0" smtClean="0"/>
              <a:t>AI2.0</a:t>
            </a:r>
            <a:r>
              <a:rPr lang="zh-TW" altLang="en-US" dirty="0" smtClean="0"/>
              <a:t> 解決方案</a:t>
            </a:r>
            <a:endParaRPr lang="zh-TW" altLang="en-US" dirty="0"/>
          </a:p>
        </p:txBody>
      </p:sp>
      <p:sp>
        <p:nvSpPr>
          <p:cNvPr id="42" name="橢圓 41"/>
          <p:cNvSpPr/>
          <p:nvPr/>
        </p:nvSpPr>
        <p:spPr>
          <a:xfrm>
            <a:off x="2771800" y="768084"/>
            <a:ext cx="1872208" cy="803244"/>
          </a:xfrm>
          <a:prstGeom prst="ellipse">
            <a:avLst/>
          </a:prstGeom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2000" b="1" dirty="0" smtClean="0"/>
              <a:t>Style Transform</a:t>
            </a:r>
            <a:endParaRPr lang="zh-TW" altLang="en-US" sz="2000" b="1" dirty="0"/>
          </a:p>
        </p:txBody>
      </p:sp>
      <p:sp>
        <p:nvSpPr>
          <p:cNvPr id="43" name="橢圓 42"/>
          <p:cNvSpPr/>
          <p:nvPr/>
        </p:nvSpPr>
        <p:spPr>
          <a:xfrm>
            <a:off x="1812469" y="1824685"/>
            <a:ext cx="1080000" cy="905238"/>
          </a:xfrm>
          <a:prstGeom prst="ellipse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TW" altLang="en-US" b="1" dirty="0" smtClean="0"/>
              <a:t>光影</a:t>
            </a:r>
            <a:endParaRPr lang="zh-TW" altLang="en-US" b="1" dirty="0"/>
          </a:p>
        </p:txBody>
      </p:sp>
      <p:sp>
        <p:nvSpPr>
          <p:cNvPr id="45" name="橢圓 44"/>
          <p:cNvSpPr/>
          <p:nvPr/>
        </p:nvSpPr>
        <p:spPr>
          <a:xfrm>
            <a:off x="3183201" y="1824685"/>
            <a:ext cx="1080000" cy="905238"/>
          </a:xfrm>
          <a:prstGeom prst="ellipse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TW" altLang="en-US" b="1" dirty="0" smtClean="0"/>
              <a:t>去模糊</a:t>
            </a:r>
            <a:endParaRPr lang="zh-TW" altLang="en-US" b="1" dirty="0"/>
          </a:p>
        </p:txBody>
      </p:sp>
      <p:cxnSp>
        <p:nvCxnSpPr>
          <p:cNvPr id="47" name="直線單箭頭接點 46"/>
          <p:cNvCxnSpPr>
            <a:stCxn id="42" idx="4"/>
            <a:endCxn id="43" idx="0"/>
          </p:cNvCxnSpPr>
          <p:nvPr/>
        </p:nvCxnSpPr>
        <p:spPr>
          <a:xfrm flipH="1">
            <a:off x="2352469" y="1571328"/>
            <a:ext cx="1355435" cy="25335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8" name="直線單箭頭接點 47"/>
          <p:cNvCxnSpPr>
            <a:stCxn id="42" idx="4"/>
            <a:endCxn id="45" idx="0"/>
          </p:cNvCxnSpPr>
          <p:nvPr/>
        </p:nvCxnSpPr>
        <p:spPr>
          <a:xfrm>
            <a:off x="3707904" y="1571328"/>
            <a:ext cx="15297" cy="25335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1" name="直線單箭頭接點 50"/>
          <p:cNvCxnSpPr>
            <a:stCxn id="43" idx="4"/>
          </p:cNvCxnSpPr>
          <p:nvPr/>
        </p:nvCxnSpPr>
        <p:spPr>
          <a:xfrm flipH="1">
            <a:off x="2275993" y="2729923"/>
            <a:ext cx="76476" cy="40733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3" name="直線單箭頭接點 52"/>
          <p:cNvCxnSpPr>
            <a:stCxn id="45" idx="4"/>
          </p:cNvCxnSpPr>
          <p:nvPr/>
        </p:nvCxnSpPr>
        <p:spPr>
          <a:xfrm flipH="1">
            <a:off x="3405077" y="2729923"/>
            <a:ext cx="318124" cy="56008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4" name="圓角矩形 53"/>
          <p:cNvSpPr/>
          <p:nvPr/>
        </p:nvSpPr>
        <p:spPr>
          <a:xfrm>
            <a:off x="1686908" y="1739382"/>
            <a:ext cx="4041992" cy="1136547"/>
          </a:xfrm>
          <a:prstGeom prst="roundRect">
            <a:avLst/>
          </a:prstGeom>
          <a:noFill/>
          <a:ln w="38100">
            <a:solidFill>
              <a:schemeClr val="accent3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55" name="圓角矩形 54"/>
          <p:cNvSpPr/>
          <p:nvPr/>
        </p:nvSpPr>
        <p:spPr>
          <a:xfrm>
            <a:off x="1556665" y="3088106"/>
            <a:ext cx="4256564" cy="903522"/>
          </a:xfrm>
          <a:prstGeom prst="roundRect">
            <a:avLst/>
          </a:prstGeom>
          <a:noFill/>
          <a:ln w="38100">
            <a:solidFill>
              <a:schemeClr val="accent3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sz="1600"/>
          </a:p>
        </p:txBody>
      </p:sp>
      <p:sp>
        <p:nvSpPr>
          <p:cNvPr id="56" name="矩形 55"/>
          <p:cNvSpPr/>
          <p:nvPr/>
        </p:nvSpPr>
        <p:spPr>
          <a:xfrm>
            <a:off x="304446" y="1949536"/>
            <a:ext cx="908438" cy="495546"/>
          </a:xfrm>
          <a:prstGeom prst="rect">
            <a:avLst/>
          </a:prstGeom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TW" altLang="en-US" b="1" dirty="0" smtClean="0"/>
              <a:t>應用面向</a:t>
            </a:r>
            <a:endParaRPr lang="zh-TW" altLang="en-US" b="1" dirty="0"/>
          </a:p>
        </p:txBody>
      </p:sp>
      <p:sp>
        <p:nvSpPr>
          <p:cNvPr id="57" name="矩形 56"/>
          <p:cNvSpPr/>
          <p:nvPr/>
        </p:nvSpPr>
        <p:spPr>
          <a:xfrm>
            <a:off x="425984" y="2940037"/>
            <a:ext cx="381952" cy="1076164"/>
          </a:xfrm>
          <a:prstGeom prst="rect">
            <a:avLst/>
          </a:prstGeom>
        </p:spPr>
        <p:style>
          <a:lnRef idx="0">
            <a:schemeClr val="accent5"/>
          </a:lnRef>
          <a:fillRef idx="3">
            <a:schemeClr val="accent5"/>
          </a:fillRef>
          <a:effectRef idx="3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TW" altLang="en-US" b="1" dirty="0" smtClean="0"/>
              <a:t>對應案</a:t>
            </a:r>
            <a:endParaRPr lang="en-US" altLang="zh-TW" b="1" dirty="0" smtClean="0"/>
          </a:p>
          <a:p>
            <a:pPr algn="ctr"/>
            <a:r>
              <a:rPr lang="zh-TW" altLang="en-US" b="1" dirty="0" smtClean="0"/>
              <a:t>子</a:t>
            </a:r>
            <a:endParaRPr lang="zh-TW" altLang="en-US" b="1" dirty="0"/>
          </a:p>
        </p:txBody>
      </p:sp>
      <p:sp>
        <p:nvSpPr>
          <p:cNvPr id="61" name="矩形 60"/>
          <p:cNvSpPr/>
          <p:nvPr/>
        </p:nvSpPr>
        <p:spPr>
          <a:xfrm>
            <a:off x="3039876" y="3248485"/>
            <a:ext cx="683325" cy="630084"/>
          </a:xfrm>
          <a:prstGeom prst="rect">
            <a:avLst/>
          </a:prstGeom>
          <a:ln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b="1" dirty="0" smtClean="0"/>
              <a:t>Auto</a:t>
            </a:r>
            <a:r>
              <a:rPr lang="zh-TW" altLang="en-US" b="1" dirty="0" smtClean="0"/>
              <a:t> </a:t>
            </a:r>
            <a:r>
              <a:rPr lang="en-US" altLang="zh-TW" b="1" dirty="0" smtClean="0"/>
              <a:t>Repair</a:t>
            </a:r>
          </a:p>
        </p:txBody>
      </p:sp>
      <p:sp>
        <p:nvSpPr>
          <p:cNvPr id="62" name="矩形 61"/>
          <p:cNvSpPr/>
          <p:nvPr/>
        </p:nvSpPr>
        <p:spPr>
          <a:xfrm>
            <a:off x="1903356" y="3240246"/>
            <a:ext cx="625059" cy="648393"/>
          </a:xfrm>
          <a:prstGeom prst="rect">
            <a:avLst/>
          </a:prstGeom>
          <a:ln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 smtClean="0"/>
              <a:t>OLED</a:t>
            </a:r>
            <a:r>
              <a:rPr lang="zh-TW" altLang="en-US" dirty="0" smtClean="0"/>
              <a:t> </a:t>
            </a:r>
            <a:r>
              <a:rPr lang="en-US" altLang="zh-TW" dirty="0" smtClean="0"/>
              <a:t>FV</a:t>
            </a:r>
            <a:endParaRPr lang="en-US" altLang="zh-TW" dirty="0"/>
          </a:p>
        </p:txBody>
      </p:sp>
      <p:sp>
        <p:nvSpPr>
          <p:cNvPr id="63" name="橢圓 62"/>
          <p:cNvSpPr/>
          <p:nvPr/>
        </p:nvSpPr>
        <p:spPr>
          <a:xfrm>
            <a:off x="4418074" y="1824685"/>
            <a:ext cx="1080000" cy="905238"/>
          </a:xfrm>
          <a:prstGeom prst="ellipse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TW" altLang="en-US" b="1" dirty="0">
                <a:solidFill>
                  <a:schemeClr val="bg1"/>
                </a:solidFill>
              </a:rPr>
              <a:t>影像強化</a:t>
            </a:r>
          </a:p>
        </p:txBody>
      </p:sp>
      <p:sp>
        <p:nvSpPr>
          <p:cNvPr id="64" name="矩形 63"/>
          <p:cNvSpPr/>
          <p:nvPr/>
        </p:nvSpPr>
        <p:spPr>
          <a:xfrm>
            <a:off x="4746411" y="3252246"/>
            <a:ext cx="693480" cy="622562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>
                <a:solidFill>
                  <a:schemeClr val="bg1"/>
                </a:solidFill>
              </a:rPr>
              <a:t>Mura </a:t>
            </a:r>
            <a:r>
              <a:rPr lang="zh-TW" altLang="en-US" dirty="0">
                <a:solidFill>
                  <a:schemeClr val="bg1"/>
                </a:solidFill>
              </a:rPr>
              <a:t>強化</a:t>
            </a:r>
          </a:p>
        </p:txBody>
      </p:sp>
      <p:cxnSp>
        <p:nvCxnSpPr>
          <p:cNvPr id="65" name="直線單箭頭接點 64"/>
          <p:cNvCxnSpPr>
            <a:stCxn id="63" idx="4"/>
          </p:cNvCxnSpPr>
          <p:nvPr/>
        </p:nvCxnSpPr>
        <p:spPr>
          <a:xfrm>
            <a:off x="4958074" y="2729923"/>
            <a:ext cx="57452" cy="52887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6" name="直線單箭頭接點 65"/>
          <p:cNvCxnSpPr>
            <a:stCxn id="42" idx="4"/>
            <a:endCxn id="63" idx="0"/>
          </p:cNvCxnSpPr>
          <p:nvPr/>
        </p:nvCxnSpPr>
        <p:spPr>
          <a:xfrm>
            <a:off x="3707904" y="1571328"/>
            <a:ext cx="1250170" cy="25335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9" name="矩形 68"/>
          <p:cNvSpPr/>
          <p:nvPr/>
        </p:nvSpPr>
        <p:spPr>
          <a:xfrm>
            <a:off x="3837144" y="3248485"/>
            <a:ext cx="652938" cy="630084"/>
          </a:xfrm>
          <a:prstGeom prst="rect">
            <a:avLst/>
          </a:prstGeom>
          <a:ln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zh-TW" b="1" dirty="0" err="1"/>
              <a:t>Akkon</a:t>
            </a:r>
            <a:endParaRPr lang="zh-TW" altLang="en-US" b="1" dirty="0"/>
          </a:p>
        </p:txBody>
      </p:sp>
      <p:cxnSp>
        <p:nvCxnSpPr>
          <p:cNvPr id="75" name="直線單箭頭接點 74"/>
          <p:cNvCxnSpPr>
            <a:stCxn id="45" idx="4"/>
          </p:cNvCxnSpPr>
          <p:nvPr/>
        </p:nvCxnSpPr>
        <p:spPr>
          <a:xfrm>
            <a:off x="3723201" y="2729923"/>
            <a:ext cx="270233" cy="47749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2" name="橢圓 121"/>
          <p:cNvSpPr/>
          <p:nvPr/>
        </p:nvSpPr>
        <p:spPr>
          <a:xfrm>
            <a:off x="6642230" y="735749"/>
            <a:ext cx="1872208" cy="803244"/>
          </a:xfrm>
          <a:prstGeom prst="ellipse">
            <a:avLst/>
          </a:prstGeom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TW" altLang="en-US" sz="2000" b="1" dirty="0" smtClean="0"/>
              <a:t>異常偵測</a:t>
            </a:r>
            <a:endParaRPr lang="zh-TW" altLang="en-US" sz="2000" b="1" dirty="0"/>
          </a:p>
        </p:txBody>
      </p:sp>
      <p:pic>
        <p:nvPicPr>
          <p:cNvPr id="126" name="內容版面配置區 3"/>
          <p:cNvPicPr>
            <a:picLocks noChangeAspect="1"/>
          </p:cNvPicPr>
          <p:nvPr/>
        </p:nvPicPr>
        <p:blipFill rotWithShape="1">
          <a:blip r:embed="rId2"/>
          <a:srcRect l="-9" t="10299" r="84499" b="57333"/>
          <a:stretch/>
        </p:blipFill>
        <p:spPr bwMode="auto">
          <a:xfrm>
            <a:off x="6380121" y="1971635"/>
            <a:ext cx="945671" cy="99011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27" name="內容版面配置區 3"/>
          <p:cNvPicPr>
            <a:picLocks noChangeAspect="1"/>
          </p:cNvPicPr>
          <p:nvPr/>
        </p:nvPicPr>
        <p:blipFill rotWithShape="1">
          <a:blip r:embed="rId2"/>
          <a:srcRect l="82806" t="9309" r="216" b="58408"/>
          <a:stretch/>
        </p:blipFill>
        <p:spPr bwMode="auto">
          <a:xfrm>
            <a:off x="7755175" y="1943377"/>
            <a:ext cx="1035114" cy="98749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28" name="圖片 12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49493" y="3335251"/>
            <a:ext cx="2230858" cy="353692"/>
          </a:xfrm>
          <a:prstGeom prst="rect">
            <a:avLst/>
          </a:prstGeom>
        </p:spPr>
      </p:pic>
      <p:pic>
        <p:nvPicPr>
          <p:cNvPr id="131" name="圖片 130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37285" y="3857047"/>
            <a:ext cx="1069830" cy="1069830"/>
          </a:xfrm>
          <a:prstGeom prst="rect">
            <a:avLst/>
          </a:prstGeom>
        </p:spPr>
      </p:pic>
      <p:pic>
        <p:nvPicPr>
          <p:cNvPr id="132" name="圖片 131"/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49082" y="4013086"/>
            <a:ext cx="589149" cy="789877"/>
          </a:xfrm>
          <a:prstGeom prst="rect">
            <a:avLst/>
          </a:prstGeom>
        </p:spPr>
      </p:pic>
      <p:pic>
        <p:nvPicPr>
          <p:cNvPr id="133" name="圖片 132"/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97872" y="4338534"/>
            <a:ext cx="600403" cy="804966"/>
          </a:xfrm>
          <a:prstGeom prst="rect">
            <a:avLst/>
          </a:prstGeom>
        </p:spPr>
      </p:pic>
      <p:pic>
        <p:nvPicPr>
          <p:cNvPr id="134" name="圖片 133"/>
          <p:cNvPicPr>
            <a:picLocks noChangeAspect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83201" y="3997492"/>
            <a:ext cx="784353" cy="778500"/>
          </a:xfrm>
          <a:prstGeom prst="rect">
            <a:avLst/>
          </a:prstGeom>
        </p:spPr>
      </p:pic>
      <p:pic>
        <p:nvPicPr>
          <p:cNvPr id="135" name="圖片 134"/>
          <p:cNvPicPr>
            <a:picLocks noChangeAspect="1"/>
          </p:cNvPicPr>
          <p:nvPr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86200" y="4366611"/>
            <a:ext cx="791492" cy="776889"/>
          </a:xfrm>
          <a:prstGeom prst="rect">
            <a:avLst/>
          </a:prstGeom>
        </p:spPr>
      </p:pic>
      <p:pic>
        <p:nvPicPr>
          <p:cNvPr id="137" name="圖片 1"/>
          <p:cNvPicPr>
            <a:picLocks noChangeAspect="1"/>
          </p:cNvPicPr>
          <p:nvPr/>
        </p:nvPicPr>
        <p:blipFill>
          <a:blip r:embed="rId9" cstate="print"/>
          <a:srcRect/>
          <a:stretch>
            <a:fillRect/>
          </a:stretch>
        </p:blipFill>
        <p:spPr bwMode="auto">
          <a:xfrm>
            <a:off x="1602769" y="4040779"/>
            <a:ext cx="518247" cy="84301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38" name="圖片 2"/>
          <p:cNvPicPr>
            <a:picLocks noChangeAspect="1"/>
          </p:cNvPicPr>
          <p:nvPr/>
        </p:nvPicPr>
        <p:blipFill>
          <a:blip r:embed="rId10" cstate="print"/>
          <a:srcRect/>
          <a:stretch>
            <a:fillRect/>
          </a:stretch>
        </p:blipFill>
        <p:spPr bwMode="auto">
          <a:xfrm>
            <a:off x="2182205" y="4263548"/>
            <a:ext cx="552533" cy="89878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39" name="橢圓 138"/>
          <p:cNvSpPr/>
          <p:nvPr/>
        </p:nvSpPr>
        <p:spPr>
          <a:xfrm>
            <a:off x="1867481" y="4141586"/>
            <a:ext cx="312529" cy="225025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sz="2000" b="1">
              <a:latin typeface="Gill Sans MT" pitchFamily="34" charset="0"/>
            </a:endParaRPr>
          </a:p>
        </p:txBody>
      </p:sp>
      <p:sp>
        <p:nvSpPr>
          <p:cNvPr id="140" name="橢圓 139"/>
          <p:cNvSpPr/>
          <p:nvPr/>
        </p:nvSpPr>
        <p:spPr>
          <a:xfrm>
            <a:off x="1876454" y="4446928"/>
            <a:ext cx="312529" cy="225025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sz="2000" b="1">
              <a:latin typeface="Gill Sans MT" pitchFamily="34" charset="0"/>
            </a:endParaRPr>
          </a:p>
        </p:txBody>
      </p:sp>
      <p:sp>
        <p:nvSpPr>
          <p:cNvPr id="141" name="橢圓 140"/>
          <p:cNvSpPr/>
          <p:nvPr/>
        </p:nvSpPr>
        <p:spPr>
          <a:xfrm>
            <a:off x="2477991" y="4427491"/>
            <a:ext cx="312529" cy="225025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sz="2000" b="1">
              <a:latin typeface="Gill Sans MT" pitchFamily="34" charset="0"/>
            </a:endParaRPr>
          </a:p>
        </p:txBody>
      </p:sp>
      <p:sp>
        <p:nvSpPr>
          <p:cNvPr id="142" name="橢圓 141"/>
          <p:cNvSpPr/>
          <p:nvPr/>
        </p:nvSpPr>
        <p:spPr>
          <a:xfrm>
            <a:off x="2466892" y="4730747"/>
            <a:ext cx="312529" cy="225025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sz="2000" b="1">
              <a:latin typeface="Gill Sans MT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80184322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內容版面配置區 1"/>
          <p:cNvSpPr>
            <a:spLocks noGrp="1"/>
          </p:cNvSpPr>
          <p:nvPr>
            <p:ph sz="quarter" idx="22"/>
          </p:nvPr>
        </p:nvSpPr>
        <p:spPr>
          <a:xfrm>
            <a:off x="557554" y="1118170"/>
            <a:ext cx="8334926" cy="3397877"/>
          </a:xfrm>
        </p:spPr>
        <p:txBody>
          <a:bodyPr/>
          <a:lstStyle/>
          <a:p>
            <a:r>
              <a:rPr lang="en-US" altLang="zh-TW" dirty="0" err="1" smtClean="0"/>
              <a:t>SixBase</a:t>
            </a:r>
            <a:r>
              <a:rPr lang="zh-TW" altLang="en-US" dirty="0" smtClean="0"/>
              <a:t>演算法</a:t>
            </a:r>
            <a:endParaRPr lang="zh-TW" altLang="en-US" dirty="0"/>
          </a:p>
        </p:txBody>
      </p:sp>
      <p:sp>
        <p:nvSpPr>
          <p:cNvPr id="3" name="標題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>
                <a:latin typeface="微軟正黑體" pitchFamily="34" charset="-120"/>
              </a:rPr>
              <a:t>技術成就</a:t>
            </a:r>
            <a:r>
              <a:rPr lang="zh-TW" altLang="en-US" dirty="0"/>
              <a:t>補充說明</a:t>
            </a:r>
          </a:p>
        </p:txBody>
      </p:sp>
      <p:pic>
        <p:nvPicPr>
          <p:cNvPr id="4" name="圖片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6615" y="2211710"/>
            <a:ext cx="2888693" cy="2166520"/>
          </a:xfrm>
          <a:prstGeom prst="rect">
            <a:avLst/>
          </a:prstGeom>
        </p:spPr>
      </p:pic>
      <p:pic>
        <p:nvPicPr>
          <p:cNvPr id="6" name="圖片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58147" y="587131"/>
            <a:ext cx="3150350" cy="2362763"/>
          </a:xfrm>
          <a:prstGeom prst="rect">
            <a:avLst/>
          </a:prstGeom>
        </p:spPr>
      </p:pic>
      <p:pic>
        <p:nvPicPr>
          <p:cNvPr id="7" name="圖片 6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121950" y="2913626"/>
            <a:ext cx="2738812" cy="2054110"/>
          </a:xfrm>
          <a:prstGeom prst="rect">
            <a:avLst/>
          </a:prstGeom>
        </p:spPr>
      </p:pic>
      <p:graphicFrame>
        <p:nvGraphicFramePr>
          <p:cNvPr id="8" name="表格 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49243905"/>
              </p:ext>
            </p:extLst>
          </p:nvPr>
        </p:nvGraphicFramePr>
        <p:xfrm>
          <a:off x="7071336" y="2187371"/>
          <a:ext cx="1951878" cy="1524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75939">
                  <a:extLst>
                    <a:ext uri="{9D8B030D-6E8A-4147-A177-3AD203B41FA5}">
                      <a16:colId xmlns:a16="http://schemas.microsoft.com/office/drawing/2014/main" val="3777742627"/>
                    </a:ext>
                  </a:extLst>
                </a:gridCol>
                <a:gridCol w="975939">
                  <a:extLst>
                    <a:ext uri="{9D8B030D-6E8A-4147-A177-3AD203B41FA5}">
                      <a16:colId xmlns:a16="http://schemas.microsoft.com/office/drawing/2014/main" val="509258087"/>
                    </a:ext>
                  </a:extLst>
                </a:gridCol>
              </a:tblGrid>
              <a:tr h="288000"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1400" dirty="0" smtClean="0"/>
                        <a:t>演算法</a:t>
                      </a:r>
                      <a:endParaRPr lang="zh-TW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1400" dirty="0" smtClean="0"/>
                        <a:t>數量</a:t>
                      </a:r>
                      <a:endParaRPr lang="zh-TW" altLang="en-US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24438183"/>
                  </a:ext>
                </a:extLst>
              </a:tr>
              <a:tr h="28800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 smtClean="0"/>
                        <a:t>Pre Rum</a:t>
                      </a:r>
                      <a:endParaRPr lang="zh-TW" alt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 smtClean="0"/>
                        <a:t>57</a:t>
                      </a:r>
                      <a:endParaRPr lang="zh-TW" altLang="en-US" sz="14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745874952"/>
                  </a:ext>
                </a:extLst>
              </a:tr>
              <a:tr h="288000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400" dirty="0" smtClean="0"/>
                        <a:t>Post</a:t>
                      </a:r>
                      <a:r>
                        <a:rPr lang="en-US" altLang="zh-TW" sz="1400" baseline="0" dirty="0" smtClean="0"/>
                        <a:t> Rum</a:t>
                      </a:r>
                      <a:endParaRPr lang="zh-TW" altLang="en-US" sz="1400" dirty="0" smtClean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400" dirty="0" smtClean="0"/>
                        <a:t>34</a:t>
                      </a:r>
                      <a:endParaRPr lang="zh-TW" altLang="en-US" sz="1400" dirty="0" smtClean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635560733"/>
                  </a:ext>
                </a:extLst>
              </a:tr>
              <a:tr h="288000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400" dirty="0" smtClean="0"/>
                        <a:t>Brandy</a:t>
                      </a:r>
                      <a:endParaRPr lang="zh-TW" altLang="en-US" sz="1400" dirty="0" smtClean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400" dirty="0" smtClean="0"/>
                        <a:t>67</a:t>
                      </a:r>
                      <a:endParaRPr lang="zh-TW" altLang="en-US" sz="1400" dirty="0" smtClean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639960469"/>
                  </a:ext>
                </a:extLst>
              </a:tr>
              <a:tr h="288000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TW" altLang="en-US" sz="1400" dirty="0" smtClean="0"/>
                        <a:t>合計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400" dirty="0" smtClean="0"/>
                        <a:t>158</a:t>
                      </a:r>
                      <a:endParaRPr lang="zh-TW" altLang="en-US" sz="1400" dirty="0" smtClean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58294761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223428650"/>
      </p:ext>
    </p:extLst>
  </p:cSld>
  <p:clrMapOvr>
    <a:masterClrMapping/>
  </p:clrMapOvr>
  <p:transition/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內容版面配置區 1"/>
          <p:cNvSpPr>
            <a:spLocks noGrp="1"/>
          </p:cNvSpPr>
          <p:nvPr>
            <p:ph sz="quarter" idx="22"/>
          </p:nvPr>
        </p:nvSpPr>
        <p:spPr>
          <a:xfrm>
            <a:off x="528642" y="839058"/>
            <a:ext cx="8334926" cy="3397877"/>
          </a:xfrm>
        </p:spPr>
        <p:txBody>
          <a:bodyPr/>
          <a:lstStyle/>
          <a:p>
            <a:r>
              <a:rPr lang="en-US" altLang="zh-TW" dirty="0" smtClean="0"/>
              <a:t>AI2.0</a:t>
            </a:r>
            <a:endParaRPr lang="zh-TW" altLang="en-US" dirty="0"/>
          </a:p>
        </p:txBody>
      </p:sp>
      <p:sp>
        <p:nvSpPr>
          <p:cNvPr id="3" name="標題 2"/>
          <p:cNvSpPr>
            <a:spLocks noGrp="1"/>
          </p:cNvSpPr>
          <p:nvPr>
            <p:ph type="title"/>
          </p:nvPr>
        </p:nvSpPr>
        <p:spPr>
          <a:xfrm>
            <a:off x="528642" y="265830"/>
            <a:ext cx="7373937" cy="889000"/>
          </a:xfrm>
        </p:spPr>
        <p:txBody>
          <a:bodyPr/>
          <a:lstStyle/>
          <a:p>
            <a:pPr lvl="2"/>
            <a:r>
              <a:rPr lang="zh-TW" altLang="en-US" dirty="0" smtClean="0">
                <a:latin typeface="微軟正黑體" pitchFamily="34" charset="-120"/>
              </a:rPr>
              <a:t>技術成就</a:t>
            </a:r>
            <a:r>
              <a:rPr lang="zh-TW" altLang="en-US" dirty="0" smtClean="0"/>
              <a:t>補充說明</a:t>
            </a:r>
            <a:endParaRPr lang="zh-TW" altLang="en-US" dirty="0"/>
          </a:p>
        </p:txBody>
      </p:sp>
      <p:graphicFrame>
        <p:nvGraphicFramePr>
          <p:cNvPr id="6" name="表格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32548810"/>
              </p:ext>
            </p:extLst>
          </p:nvPr>
        </p:nvGraphicFramePr>
        <p:xfrm>
          <a:off x="791580" y="1639250"/>
          <a:ext cx="7612936" cy="1112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16570">
                  <a:extLst>
                    <a:ext uri="{9D8B030D-6E8A-4147-A177-3AD203B41FA5}">
                      <a16:colId xmlns:a16="http://schemas.microsoft.com/office/drawing/2014/main" val="3777742627"/>
                    </a:ext>
                  </a:extLst>
                </a:gridCol>
                <a:gridCol w="969797">
                  <a:extLst>
                    <a:ext uri="{9D8B030D-6E8A-4147-A177-3AD203B41FA5}">
                      <a16:colId xmlns:a16="http://schemas.microsoft.com/office/drawing/2014/main" val="509258087"/>
                    </a:ext>
                  </a:extLst>
                </a:gridCol>
                <a:gridCol w="838012">
                  <a:extLst>
                    <a:ext uri="{9D8B030D-6E8A-4147-A177-3AD203B41FA5}">
                      <a16:colId xmlns:a16="http://schemas.microsoft.com/office/drawing/2014/main" val="552152608"/>
                    </a:ext>
                  </a:extLst>
                </a:gridCol>
                <a:gridCol w="1074504">
                  <a:extLst>
                    <a:ext uri="{9D8B030D-6E8A-4147-A177-3AD203B41FA5}">
                      <a16:colId xmlns:a16="http://schemas.microsoft.com/office/drawing/2014/main" val="805763226"/>
                    </a:ext>
                  </a:extLst>
                </a:gridCol>
                <a:gridCol w="1074504">
                  <a:extLst>
                    <a:ext uri="{9D8B030D-6E8A-4147-A177-3AD203B41FA5}">
                      <a16:colId xmlns:a16="http://schemas.microsoft.com/office/drawing/2014/main" val="1156162676"/>
                    </a:ext>
                  </a:extLst>
                </a:gridCol>
                <a:gridCol w="1222979">
                  <a:extLst>
                    <a:ext uri="{9D8B030D-6E8A-4147-A177-3AD203B41FA5}">
                      <a16:colId xmlns:a16="http://schemas.microsoft.com/office/drawing/2014/main" val="3881966276"/>
                    </a:ext>
                  </a:extLst>
                </a:gridCol>
                <a:gridCol w="1216570">
                  <a:extLst>
                    <a:ext uri="{9D8B030D-6E8A-4147-A177-3AD203B41FA5}">
                      <a16:colId xmlns:a16="http://schemas.microsoft.com/office/drawing/2014/main" val="2046485008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endParaRPr lang="zh-TW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sz="1400" dirty="0" smtClean="0"/>
                        <a:t>Win10</a:t>
                      </a:r>
                      <a:endParaRPr lang="zh-TW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sz="1400" dirty="0" smtClean="0"/>
                        <a:t>Win7</a:t>
                      </a:r>
                      <a:endParaRPr lang="zh-TW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sz="1400" dirty="0" smtClean="0"/>
                        <a:t>Cuda10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400" dirty="0" smtClean="0"/>
                        <a:t>Cuda11</a:t>
                      </a:r>
                      <a:endParaRPr lang="zh-TW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TW" altLang="en-US" sz="1400" dirty="0" smtClean="0"/>
                        <a:t>顯卡</a:t>
                      </a:r>
                      <a:r>
                        <a:rPr lang="en-US" altLang="zh-TW" sz="1400" dirty="0" smtClean="0"/>
                        <a:t>RTX20</a:t>
                      </a:r>
                      <a:r>
                        <a:rPr lang="zh-TW" altLang="en-US" sz="1400" dirty="0" smtClean="0"/>
                        <a:t>↓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TW" altLang="en-US" sz="1400" dirty="0" smtClean="0"/>
                        <a:t>顯卡</a:t>
                      </a:r>
                      <a:r>
                        <a:rPr lang="en-US" altLang="zh-TW" sz="1400" dirty="0" smtClean="0"/>
                        <a:t>RTX30</a:t>
                      </a:r>
                      <a:endParaRPr lang="zh-TW" altLang="en-US" sz="1400" dirty="0" smtClean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2443818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 smtClean="0"/>
                        <a:t>AI 1.0</a:t>
                      </a:r>
                      <a:endParaRPr lang="zh-TW" alt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 smtClean="0"/>
                        <a:t>V</a:t>
                      </a:r>
                      <a:endParaRPr lang="zh-TW" alt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 smtClean="0"/>
                        <a:t>V</a:t>
                      </a:r>
                      <a:endParaRPr lang="zh-TW" alt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 smtClean="0"/>
                        <a:t>V</a:t>
                      </a:r>
                      <a:endParaRPr lang="zh-TW" alt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 smtClean="0">
                          <a:solidFill>
                            <a:srgbClr val="FF0000"/>
                          </a:solidFill>
                        </a:rPr>
                        <a:t>X</a:t>
                      </a:r>
                      <a:endParaRPr lang="zh-TW" altLang="en-US" sz="1400" dirty="0">
                        <a:solidFill>
                          <a:srgbClr val="FF0000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 smtClean="0"/>
                        <a:t>V</a:t>
                      </a:r>
                      <a:endParaRPr lang="zh-TW" alt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 smtClean="0">
                          <a:solidFill>
                            <a:srgbClr val="FF0000"/>
                          </a:solidFill>
                        </a:rPr>
                        <a:t>X</a:t>
                      </a:r>
                      <a:endParaRPr lang="zh-TW" altLang="en-US" sz="1400" dirty="0">
                        <a:solidFill>
                          <a:srgbClr val="FF0000"/>
                        </a:solidFill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74587495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400" dirty="0" smtClean="0"/>
                        <a:t>AI</a:t>
                      </a:r>
                      <a:r>
                        <a:rPr lang="zh-TW" altLang="en-US" sz="1400" dirty="0" smtClean="0"/>
                        <a:t> </a:t>
                      </a:r>
                      <a:r>
                        <a:rPr lang="en-US" altLang="zh-TW" sz="1400" dirty="0" smtClean="0"/>
                        <a:t>2.0</a:t>
                      </a:r>
                      <a:endParaRPr lang="zh-TW" altLang="en-US" sz="1400" dirty="0" smtClean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400" dirty="0" smtClean="0"/>
                        <a:t>V</a:t>
                      </a:r>
                      <a:endParaRPr lang="zh-TW" altLang="en-US" sz="1400" dirty="0" smtClean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 smtClean="0"/>
                        <a:t>V</a:t>
                      </a:r>
                      <a:endParaRPr lang="zh-TW" alt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 smtClean="0"/>
                        <a:t>V</a:t>
                      </a:r>
                      <a:endParaRPr lang="zh-TW" alt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 smtClean="0"/>
                        <a:t>V</a:t>
                      </a:r>
                      <a:endParaRPr lang="zh-TW" alt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 smtClean="0"/>
                        <a:t>V</a:t>
                      </a:r>
                      <a:endParaRPr lang="zh-TW" alt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 smtClean="0"/>
                        <a:t>V</a:t>
                      </a:r>
                      <a:endParaRPr lang="zh-TW" altLang="en-US" sz="14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635560733"/>
                  </a:ext>
                </a:extLst>
              </a:tr>
            </a:tbl>
          </a:graphicData>
        </a:graphic>
      </p:graphicFrame>
      <p:sp>
        <p:nvSpPr>
          <p:cNvPr id="7" name="內容版面配置區 1"/>
          <p:cNvSpPr txBox="1">
            <a:spLocks/>
          </p:cNvSpPr>
          <p:nvPr/>
        </p:nvSpPr>
        <p:spPr bwMode="auto">
          <a:xfrm>
            <a:off x="791580" y="1220011"/>
            <a:ext cx="3008243" cy="41495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rm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itchFamily="34" charset="0"/>
              <a:buChar char="•"/>
              <a:defRPr sz="2000" kern="1200" baseline="0">
                <a:solidFill>
                  <a:schemeClr val="tx1">
                    <a:lumMod val="75000"/>
                    <a:lumOff val="25000"/>
                  </a:schemeClr>
                </a:solidFill>
                <a:latin typeface="Gill Sans MT" pitchFamily="34" charset="0"/>
                <a:ea typeface="微軟正黑體" pitchFamily="34" charset="-120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itchFamily="34" charset="0"/>
              <a:buChar char="–"/>
              <a:defRPr sz="1800" kern="1200" baseline="0">
                <a:solidFill>
                  <a:schemeClr val="tx1">
                    <a:lumMod val="75000"/>
                    <a:lumOff val="25000"/>
                  </a:schemeClr>
                </a:solidFill>
                <a:latin typeface="Gill Sans MT" pitchFamily="34" charset="0"/>
                <a:ea typeface="微軟正黑體" pitchFamily="34" charset="-120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itchFamily="34" charset="0"/>
              <a:buChar char="•"/>
              <a:defRPr sz="1600" kern="1200" baseline="0">
                <a:solidFill>
                  <a:schemeClr val="tx1">
                    <a:lumMod val="75000"/>
                    <a:lumOff val="25000"/>
                  </a:schemeClr>
                </a:solidFill>
                <a:latin typeface="Gill Sans MT" pitchFamily="34" charset="0"/>
                <a:ea typeface="微軟正黑體" pitchFamily="34" charset="-120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itchFamily="34" charset="0"/>
              <a:buChar char="–"/>
              <a:defRPr sz="2000" kern="1200">
                <a:solidFill>
                  <a:srgbClr val="404040"/>
                </a:solidFill>
                <a:latin typeface="Gill Sans MT" pitchFamily="34" charset="0"/>
                <a:ea typeface="微軟正黑體" pitchFamily="34" charset="-120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itchFamily="34" charset="0"/>
              <a:buChar char="»"/>
              <a:defRPr sz="2000" kern="1200">
                <a:solidFill>
                  <a:srgbClr val="404040"/>
                </a:solidFill>
                <a:latin typeface="Gill Sans MT" pitchFamily="34" charset="0"/>
                <a:ea typeface="微軟正黑體" pitchFamily="34" charset="-120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kumimoji="0" lang="en-US" altLang="zh-TW" dirty="0" smtClean="0"/>
              <a:t>(1)</a:t>
            </a:r>
            <a:r>
              <a:rPr kumimoji="0" lang="zh-TW" altLang="en-US" dirty="0" smtClean="0"/>
              <a:t>提升硬體支援度</a:t>
            </a:r>
            <a:endParaRPr kumimoji="0" lang="zh-TW" altLang="en-US" dirty="0"/>
          </a:p>
        </p:txBody>
      </p:sp>
      <p:graphicFrame>
        <p:nvGraphicFramePr>
          <p:cNvPr id="9" name="表格 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42384972"/>
              </p:ext>
            </p:extLst>
          </p:nvPr>
        </p:nvGraphicFramePr>
        <p:xfrm>
          <a:off x="566555" y="3246825"/>
          <a:ext cx="3645405" cy="14097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81378">
                  <a:extLst>
                    <a:ext uri="{9D8B030D-6E8A-4147-A177-3AD203B41FA5}">
                      <a16:colId xmlns:a16="http://schemas.microsoft.com/office/drawing/2014/main" val="2062676477"/>
                    </a:ext>
                  </a:extLst>
                </a:gridCol>
                <a:gridCol w="968400">
                  <a:extLst>
                    <a:ext uri="{9D8B030D-6E8A-4147-A177-3AD203B41FA5}">
                      <a16:colId xmlns:a16="http://schemas.microsoft.com/office/drawing/2014/main" val="3094841384"/>
                    </a:ext>
                  </a:extLst>
                </a:gridCol>
                <a:gridCol w="1066059">
                  <a:extLst>
                    <a:ext uri="{9D8B030D-6E8A-4147-A177-3AD203B41FA5}">
                      <a16:colId xmlns:a16="http://schemas.microsoft.com/office/drawing/2014/main" val="2143654619"/>
                    </a:ext>
                  </a:extLst>
                </a:gridCol>
                <a:gridCol w="1029568">
                  <a:extLst>
                    <a:ext uri="{9D8B030D-6E8A-4147-A177-3AD203B41FA5}">
                      <a16:colId xmlns:a16="http://schemas.microsoft.com/office/drawing/2014/main" val="1094925356"/>
                    </a:ext>
                  </a:extLst>
                </a:gridCol>
              </a:tblGrid>
              <a:tr h="253682">
                <a:tc>
                  <a:txBody>
                    <a:bodyPr/>
                    <a:lstStyle/>
                    <a:p>
                      <a:pPr algn="ctr"/>
                      <a:endParaRPr lang="zh-TW" altLang="en-US" sz="1400" dirty="0"/>
                    </a:p>
                  </a:txBody>
                  <a:tcPr marL="68580" marR="68580" marT="34290" marB="3429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1400" dirty="0" smtClean="0"/>
                        <a:t>影像大小</a:t>
                      </a:r>
                      <a:endParaRPr lang="zh-TW" altLang="en-US" sz="1400" dirty="0"/>
                    </a:p>
                  </a:txBody>
                  <a:tcPr marL="68580" marR="68580" marT="34290" marB="3429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 smtClean="0"/>
                        <a:t>GPU</a:t>
                      </a:r>
                      <a:endParaRPr lang="zh-TW" altLang="en-US" sz="1400" dirty="0"/>
                    </a:p>
                  </a:txBody>
                  <a:tcPr marL="68580" marR="68580" marT="34290" marB="3429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1400" dirty="0" smtClean="0"/>
                        <a:t>時間</a:t>
                      </a:r>
                      <a:endParaRPr lang="zh-TW" altLang="en-US" sz="1400" dirty="0"/>
                    </a:p>
                  </a:txBody>
                  <a:tcPr marL="68580" marR="68580" marT="34290" marB="34290" anchor="ctr"/>
                </a:tc>
                <a:extLst>
                  <a:ext uri="{0D108BD9-81ED-4DB2-BD59-A6C34878D82A}">
                    <a16:rowId xmlns:a16="http://schemas.microsoft.com/office/drawing/2014/main" val="3879932127"/>
                  </a:ext>
                </a:extLst>
              </a:tr>
              <a:tr h="253682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 smtClean="0"/>
                        <a:t>AI 1.0</a:t>
                      </a:r>
                      <a:endParaRPr lang="zh-TW" altLang="en-US" sz="1400" dirty="0"/>
                    </a:p>
                  </a:txBody>
                  <a:tcPr marL="68580" marR="68580" marT="34290" marB="3429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 smtClean="0"/>
                        <a:t>100</a:t>
                      </a:r>
                      <a:r>
                        <a:rPr lang="zh-TW" altLang="en-US" sz="1400" dirty="0" smtClean="0"/>
                        <a:t>*</a:t>
                      </a:r>
                      <a:r>
                        <a:rPr lang="en-US" altLang="zh-TW" sz="1400" dirty="0" smtClean="0"/>
                        <a:t>100</a:t>
                      </a:r>
                      <a:r>
                        <a:rPr lang="zh-TW" altLang="en-US" sz="1400" dirty="0" smtClean="0"/>
                        <a:t>*</a:t>
                      </a:r>
                      <a:r>
                        <a:rPr lang="en-US" altLang="zh-TW" sz="1400" dirty="0" smtClean="0"/>
                        <a:t>3</a:t>
                      </a:r>
                      <a:endParaRPr lang="zh-TW" altLang="en-US" sz="1400" dirty="0"/>
                    </a:p>
                  </a:txBody>
                  <a:tcPr marL="68580" marR="68580" marT="34290" marB="3429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 smtClean="0"/>
                        <a:t>GTX1080</a:t>
                      </a:r>
                      <a:endParaRPr lang="zh-TW" altLang="en-US" sz="1400" dirty="0"/>
                    </a:p>
                  </a:txBody>
                  <a:tcPr marL="68580" marR="68580" marT="34290" marB="3429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 smtClean="0"/>
                        <a:t>8ms</a:t>
                      </a:r>
                      <a:endParaRPr lang="zh-TW" altLang="en-US" sz="1400" dirty="0"/>
                    </a:p>
                  </a:txBody>
                  <a:tcPr marL="68580" marR="68580" marT="34290" marB="34290" anchor="ctr"/>
                </a:tc>
                <a:extLst>
                  <a:ext uri="{0D108BD9-81ED-4DB2-BD59-A6C34878D82A}">
                    <a16:rowId xmlns:a16="http://schemas.microsoft.com/office/drawing/2014/main" val="453072728"/>
                  </a:ext>
                </a:extLst>
              </a:tr>
              <a:tr h="253682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 smtClean="0"/>
                        <a:t>AI 2.0</a:t>
                      </a:r>
                      <a:endParaRPr lang="zh-TW" altLang="en-US" sz="1400" dirty="0"/>
                    </a:p>
                  </a:txBody>
                  <a:tcPr marL="68580" marR="68580" marT="34290" marB="3429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 smtClean="0"/>
                        <a:t>224</a:t>
                      </a:r>
                      <a:r>
                        <a:rPr lang="zh-TW" altLang="en-US" sz="1400" dirty="0" smtClean="0"/>
                        <a:t>*</a:t>
                      </a:r>
                      <a:r>
                        <a:rPr lang="en-US" altLang="zh-TW" sz="1400" dirty="0" smtClean="0"/>
                        <a:t>224</a:t>
                      </a:r>
                      <a:r>
                        <a:rPr lang="zh-TW" altLang="en-US" sz="1400" dirty="0" smtClean="0"/>
                        <a:t>*</a:t>
                      </a:r>
                      <a:r>
                        <a:rPr lang="en-US" altLang="zh-TW" sz="1400" dirty="0" smtClean="0"/>
                        <a:t>3</a:t>
                      </a:r>
                      <a:endParaRPr lang="zh-TW" altLang="en-US" sz="1400" dirty="0"/>
                    </a:p>
                  </a:txBody>
                  <a:tcPr marL="68580" marR="68580" marT="34290" marB="3429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 smtClean="0"/>
                        <a:t>GTX1070</a:t>
                      </a:r>
                      <a:r>
                        <a:rPr lang="zh-TW" altLang="en-US" sz="1400" dirty="0" smtClean="0"/>
                        <a:t> </a:t>
                      </a:r>
                      <a:r>
                        <a:rPr lang="en-US" altLang="zh-TW" sz="1400" dirty="0" smtClean="0"/>
                        <a:t>TI</a:t>
                      </a:r>
                      <a:endParaRPr lang="zh-TW" altLang="en-US" sz="1400" dirty="0"/>
                    </a:p>
                  </a:txBody>
                  <a:tcPr marL="68580" marR="68580" marT="34290" marB="3429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 smtClean="0"/>
                        <a:t>5ms</a:t>
                      </a:r>
                      <a:endParaRPr lang="zh-TW" altLang="en-US" sz="1400" dirty="0"/>
                    </a:p>
                  </a:txBody>
                  <a:tcPr marL="68580" marR="68580" marT="34290" marB="34290" anchor="ctr"/>
                </a:tc>
                <a:extLst>
                  <a:ext uri="{0D108BD9-81ED-4DB2-BD59-A6C34878D82A}">
                    <a16:rowId xmlns:a16="http://schemas.microsoft.com/office/drawing/2014/main" val="2969045311"/>
                  </a:ext>
                </a:extLst>
              </a:tr>
              <a:tr h="253682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 smtClean="0"/>
                        <a:t>AI 1.0</a:t>
                      </a:r>
                      <a:endParaRPr lang="zh-TW" altLang="en-US" sz="1400" dirty="0"/>
                    </a:p>
                  </a:txBody>
                  <a:tcPr marL="68580" marR="68580" marT="34290" marB="3429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 smtClean="0"/>
                        <a:t>640*512*1</a:t>
                      </a:r>
                      <a:endParaRPr lang="zh-TW" altLang="en-US" sz="1400" dirty="0"/>
                    </a:p>
                  </a:txBody>
                  <a:tcPr marL="68580" marR="68580" marT="34290" marB="3429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 smtClean="0"/>
                        <a:t>GTX1070 TI</a:t>
                      </a:r>
                    </a:p>
                  </a:txBody>
                  <a:tcPr marL="68580" marR="68580" marT="34290" marB="3429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 smtClean="0"/>
                        <a:t>100ms</a:t>
                      </a:r>
                      <a:endParaRPr lang="zh-TW" altLang="en-US" sz="1400" dirty="0"/>
                    </a:p>
                  </a:txBody>
                  <a:tcPr marL="68580" marR="68580" marT="34290" marB="34290" anchor="ctr"/>
                </a:tc>
                <a:extLst>
                  <a:ext uri="{0D108BD9-81ED-4DB2-BD59-A6C34878D82A}">
                    <a16:rowId xmlns:a16="http://schemas.microsoft.com/office/drawing/2014/main" val="4190973835"/>
                  </a:ext>
                </a:extLst>
              </a:tr>
              <a:tr h="253682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 smtClean="0"/>
                        <a:t>AI 2.0</a:t>
                      </a:r>
                      <a:endParaRPr lang="zh-TW" altLang="en-US" sz="1400" dirty="0"/>
                    </a:p>
                  </a:txBody>
                  <a:tcPr marL="68580" marR="68580" marT="34290" marB="3429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 smtClean="0"/>
                        <a:t>256*256*3</a:t>
                      </a:r>
                      <a:endParaRPr lang="zh-TW" altLang="en-US" sz="1400" dirty="0"/>
                    </a:p>
                  </a:txBody>
                  <a:tcPr marL="68580" marR="68580" marT="34290" marB="34290" anchor="ctr"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400" dirty="0" smtClean="0"/>
                        <a:t>GTX1070 TI</a:t>
                      </a:r>
                    </a:p>
                  </a:txBody>
                  <a:tcPr marL="68580" marR="68580" marT="34290" marB="3429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 smtClean="0"/>
                        <a:t>9ms</a:t>
                      </a:r>
                      <a:endParaRPr lang="zh-TW" altLang="en-US" sz="1400" dirty="0"/>
                    </a:p>
                  </a:txBody>
                  <a:tcPr marL="68580" marR="68580" marT="34290" marB="34290" anchor="ctr"/>
                </a:tc>
                <a:extLst>
                  <a:ext uri="{0D108BD9-81ED-4DB2-BD59-A6C34878D82A}">
                    <a16:rowId xmlns:a16="http://schemas.microsoft.com/office/drawing/2014/main" val="2106063777"/>
                  </a:ext>
                </a:extLst>
              </a:tr>
            </a:tbl>
          </a:graphicData>
        </a:graphic>
      </p:graphicFrame>
      <p:sp>
        <p:nvSpPr>
          <p:cNvPr id="10" name="內容版面配置區 1"/>
          <p:cNvSpPr txBox="1">
            <a:spLocks/>
          </p:cNvSpPr>
          <p:nvPr/>
        </p:nvSpPr>
        <p:spPr bwMode="auto">
          <a:xfrm>
            <a:off x="836585" y="2751770"/>
            <a:ext cx="6251195" cy="4500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rm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itchFamily="34" charset="0"/>
              <a:buChar char="•"/>
              <a:defRPr sz="2000" kern="1200" baseline="0">
                <a:solidFill>
                  <a:schemeClr val="tx1">
                    <a:lumMod val="75000"/>
                    <a:lumOff val="25000"/>
                  </a:schemeClr>
                </a:solidFill>
                <a:latin typeface="Gill Sans MT" pitchFamily="34" charset="0"/>
                <a:ea typeface="微軟正黑體" pitchFamily="34" charset="-120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itchFamily="34" charset="0"/>
              <a:buChar char="–"/>
              <a:defRPr sz="1800" kern="1200" baseline="0">
                <a:solidFill>
                  <a:schemeClr val="tx1">
                    <a:lumMod val="75000"/>
                    <a:lumOff val="25000"/>
                  </a:schemeClr>
                </a:solidFill>
                <a:latin typeface="Gill Sans MT" pitchFamily="34" charset="0"/>
                <a:ea typeface="微軟正黑體" pitchFamily="34" charset="-120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itchFamily="34" charset="0"/>
              <a:buChar char="•"/>
              <a:defRPr sz="1600" kern="1200" baseline="0">
                <a:solidFill>
                  <a:schemeClr val="tx1">
                    <a:lumMod val="75000"/>
                    <a:lumOff val="25000"/>
                  </a:schemeClr>
                </a:solidFill>
                <a:latin typeface="Gill Sans MT" pitchFamily="34" charset="0"/>
                <a:ea typeface="微軟正黑體" pitchFamily="34" charset="-120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itchFamily="34" charset="0"/>
              <a:buChar char="–"/>
              <a:defRPr sz="2000" kern="1200">
                <a:solidFill>
                  <a:srgbClr val="404040"/>
                </a:solidFill>
                <a:latin typeface="Gill Sans MT" pitchFamily="34" charset="0"/>
                <a:ea typeface="微軟正黑體" pitchFamily="34" charset="-120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itchFamily="34" charset="0"/>
              <a:buChar char="»"/>
              <a:defRPr sz="2000" kern="1200">
                <a:solidFill>
                  <a:srgbClr val="404040"/>
                </a:solidFill>
                <a:latin typeface="Gill Sans MT" pitchFamily="34" charset="0"/>
                <a:ea typeface="微軟正黑體" pitchFamily="34" charset="-120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kumimoji="0" lang="en-US" altLang="zh-TW" dirty="0" smtClean="0"/>
              <a:t>(2)</a:t>
            </a:r>
            <a:r>
              <a:rPr kumimoji="0" lang="zh-TW" altLang="en-US" dirty="0" smtClean="0"/>
              <a:t>速度提升</a:t>
            </a:r>
            <a:endParaRPr kumimoji="0" lang="zh-TW" altLang="en-US" dirty="0"/>
          </a:p>
        </p:txBody>
      </p:sp>
      <p:sp>
        <p:nvSpPr>
          <p:cNvPr id="11" name="向下箭號 10"/>
          <p:cNvSpPr/>
          <p:nvPr/>
        </p:nvSpPr>
        <p:spPr>
          <a:xfrm>
            <a:off x="5306463" y="4297582"/>
            <a:ext cx="615687" cy="807851"/>
          </a:xfrm>
          <a:prstGeom prst="downArrow">
            <a:avLst/>
          </a:prstGeom>
        </p:spPr>
        <p:style>
          <a:lnRef idx="0">
            <a:schemeClr val="accent3"/>
          </a:lnRef>
          <a:fillRef idx="3">
            <a:schemeClr val="accent3"/>
          </a:fillRef>
          <a:effectRef idx="3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sz="1050"/>
          </a:p>
        </p:txBody>
      </p:sp>
      <p:sp>
        <p:nvSpPr>
          <p:cNvPr id="12" name="向下箭號 11"/>
          <p:cNvSpPr/>
          <p:nvPr/>
        </p:nvSpPr>
        <p:spPr>
          <a:xfrm>
            <a:off x="5306463" y="3648034"/>
            <a:ext cx="615687" cy="697940"/>
          </a:xfrm>
          <a:prstGeom prst="downArrow">
            <a:avLst/>
          </a:prstGeom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sz="1050"/>
          </a:p>
        </p:txBody>
      </p:sp>
      <p:sp>
        <p:nvSpPr>
          <p:cNvPr id="13" name="文字方塊 12"/>
          <p:cNvSpPr txBox="1"/>
          <p:nvPr/>
        </p:nvSpPr>
        <p:spPr>
          <a:xfrm>
            <a:off x="5032634" y="3691074"/>
            <a:ext cx="346249" cy="766286"/>
          </a:xfrm>
          <a:prstGeom prst="rect">
            <a:avLst/>
          </a:prstGeom>
          <a:noFill/>
        </p:spPr>
        <p:txBody>
          <a:bodyPr vert="eaVert" wrap="square" rtlCol="0">
            <a:spAutoFit/>
          </a:bodyPr>
          <a:lstStyle/>
          <a:p>
            <a:r>
              <a:rPr lang="zh-TW" altLang="en-US" sz="1050" dirty="0"/>
              <a:t>影像前處理</a:t>
            </a:r>
          </a:p>
        </p:txBody>
      </p:sp>
      <p:sp>
        <p:nvSpPr>
          <p:cNvPr id="14" name="文字方塊 13"/>
          <p:cNvSpPr txBox="1"/>
          <p:nvPr/>
        </p:nvSpPr>
        <p:spPr>
          <a:xfrm>
            <a:off x="5032634" y="4457360"/>
            <a:ext cx="346249" cy="724481"/>
          </a:xfrm>
          <a:prstGeom prst="rect">
            <a:avLst/>
          </a:prstGeom>
          <a:noFill/>
        </p:spPr>
        <p:txBody>
          <a:bodyPr vert="eaVert" wrap="square" rtlCol="0">
            <a:spAutoFit/>
          </a:bodyPr>
          <a:lstStyle/>
          <a:p>
            <a:r>
              <a:rPr lang="zh-TW" altLang="en-US" sz="1050" dirty="0"/>
              <a:t>網路運算</a:t>
            </a:r>
          </a:p>
        </p:txBody>
      </p:sp>
      <p:sp>
        <p:nvSpPr>
          <p:cNvPr id="15" name="圓角矩形 14"/>
          <p:cNvSpPr/>
          <p:nvPr/>
        </p:nvSpPr>
        <p:spPr>
          <a:xfrm>
            <a:off x="5999274" y="3640441"/>
            <a:ext cx="1858091" cy="621803"/>
          </a:xfrm>
          <a:prstGeom prst="round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 altLang="zh-TW" sz="1050" dirty="0"/>
              <a:t>1.</a:t>
            </a:r>
            <a:r>
              <a:rPr lang="zh-TW" altLang="en-US" sz="1050" dirty="0"/>
              <a:t>載入影像</a:t>
            </a:r>
            <a:endParaRPr lang="en-US" altLang="zh-TW" sz="1050" dirty="0"/>
          </a:p>
          <a:p>
            <a:r>
              <a:rPr lang="en-US" altLang="zh-TW" sz="1050" dirty="0"/>
              <a:t>2.</a:t>
            </a:r>
            <a:r>
              <a:rPr lang="zh-TW" altLang="en-US" sz="1050" dirty="0"/>
              <a:t>影像前處理</a:t>
            </a:r>
            <a:r>
              <a:rPr lang="en-US" altLang="zh-TW" sz="1050" dirty="0"/>
              <a:t>(Resize</a:t>
            </a:r>
            <a:r>
              <a:rPr lang="zh-TW" altLang="en-US" sz="1050" dirty="0"/>
              <a:t>、</a:t>
            </a:r>
            <a:r>
              <a:rPr lang="en-US" altLang="zh-TW" sz="1050" dirty="0"/>
              <a:t>Crop</a:t>
            </a:r>
            <a:r>
              <a:rPr lang="zh-TW" altLang="en-US" sz="1050" dirty="0"/>
              <a:t>、</a:t>
            </a:r>
            <a:r>
              <a:rPr lang="en-US" altLang="zh-TW" sz="1050" dirty="0"/>
              <a:t>Normalize)</a:t>
            </a:r>
          </a:p>
        </p:txBody>
      </p:sp>
      <p:sp>
        <p:nvSpPr>
          <p:cNvPr id="16" name="圓角矩形 15"/>
          <p:cNvSpPr/>
          <p:nvPr/>
        </p:nvSpPr>
        <p:spPr>
          <a:xfrm>
            <a:off x="5999274" y="4544995"/>
            <a:ext cx="1858091" cy="621803"/>
          </a:xfrm>
          <a:prstGeom prst="roundRect">
            <a:avLst/>
          </a:prstGeom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 altLang="zh-TW" sz="1050" dirty="0"/>
              <a:t>1.Memory Copy To </a:t>
            </a:r>
            <a:r>
              <a:rPr lang="en-US" altLang="zh-TW" sz="1050" dirty="0" err="1"/>
              <a:t>Gpu</a:t>
            </a:r>
            <a:endParaRPr lang="en-US" altLang="zh-TW" sz="1050" dirty="0"/>
          </a:p>
          <a:p>
            <a:r>
              <a:rPr lang="en-US" altLang="zh-TW" sz="1050" dirty="0"/>
              <a:t>2.Inference</a:t>
            </a:r>
          </a:p>
          <a:p>
            <a:r>
              <a:rPr lang="en-US" altLang="zh-TW" sz="1050" dirty="0"/>
              <a:t>3.Batch Calculate the error result</a:t>
            </a:r>
          </a:p>
        </p:txBody>
      </p:sp>
      <p:sp>
        <p:nvSpPr>
          <p:cNvPr id="17" name="向下箭號 16"/>
          <p:cNvSpPr/>
          <p:nvPr/>
        </p:nvSpPr>
        <p:spPr>
          <a:xfrm>
            <a:off x="5269479" y="3135210"/>
            <a:ext cx="615687" cy="620072"/>
          </a:xfrm>
          <a:prstGeom prst="downArrow">
            <a:avLst/>
          </a:prstGeom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sz="1050"/>
          </a:p>
        </p:txBody>
      </p:sp>
      <p:sp>
        <p:nvSpPr>
          <p:cNvPr id="18" name="文字方塊 17"/>
          <p:cNvSpPr txBox="1"/>
          <p:nvPr/>
        </p:nvSpPr>
        <p:spPr>
          <a:xfrm>
            <a:off x="5032634" y="2976795"/>
            <a:ext cx="346249" cy="724481"/>
          </a:xfrm>
          <a:prstGeom prst="rect">
            <a:avLst/>
          </a:prstGeom>
          <a:noFill/>
        </p:spPr>
        <p:txBody>
          <a:bodyPr vert="eaVert" wrap="square" rtlCol="0">
            <a:spAutoFit/>
          </a:bodyPr>
          <a:lstStyle/>
          <a:p>
            <a:r>
              <a:rPr lang="zh-TW" altLang="en-US" sz="1050" dirty="0"/>
              <a:t>存圖</a:t>
            </a:r>
            <a:r>
              <a:rPr lang="en-US" altLang="zh-TW" sz="1050" dirty="0"/>
              <a:t>/</a:t>
            </a:r>
            <a:r>
              <a:rPr lang="zh-TW" altLang="en-US" sz="1050" dirty="0"/>
              <a:t>載圖</a:t>
            </a:r>
          </a:p>
        </p:txBody>
      </p:sp>
      <p:sp>
        <p:nvSpPr>
          <p:cNvPr id="19" name="圓角矩形 18"/>
          <p:cNvSpPr/>
          <p:nvPr/>
        </p:nvSpPr>
        <p:spPr>
          <a:xfrm>
            <a:off x="6049769" y="3043405"/>
            <a:ext cx="1807595" cy="510188"/>
          </a:xfrm>
          <a:prstGeom prst="round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 altLang="zh-TW" sz="1050" dirty="0"/>
              <a:t>Save image</a:t>
            </a:r>
          </a:p>
          <a:p>
            <a:r>
              <a:rPr lang="en-US" altLang="zh-TW" sz="1050" dirty="0"/>
              <a:t>(</a:t>
            </a:r>
            <a:r>
              <a:rPr lang="en-US" altLang="zh-TW" sz="1050" dirty="0" err="1"/>
              <a:t>Src</a:t>
            </a:r>
            <a:r>
              <a:rPr lang="zh-TW" altLang="en-US" sz="1050" dirty="0"/>
              <a:t>、</a:t>
            </a:r>
            <a:r>
              <a:rPr lang="en-US" altLang="zh-TW" sz="1050" dirty="0"/>
              <a:t>Fake</a:t>
            </a:r>
            <a:r>
              <a:rPr lang="zh-TW" altLang="en-US" sz="1050" dirty="0"/>
              <a:t>、</a:t>
            </a:r>
            <a:r>
              <a:rPr lang="en-US" altLang="zh-TW" sz="1050" dirty="0" err="1"/>
              <a:t>Lossmap</a:t>
            </a:r>
            <a:r>
              <a:rPr lang="en-US" altLang="zh-TW" sz="1050" dirty="0"/>
              <a:t>)</a:t>
            </a:r>
          </a:p>
        </p:txBody>
      </p:sp>
      <p:sp>
        <p:nvSpPr>
          <p:cNvPr id="20" name="左大括弧 19"/>
          <p:cNvSpPr/>
          <p:nvPr/>
        </p:nvSpPr>
        <p:spPr>
          <a:xfrm>
            <a:off x="4714933" y="3270225"/>
            <a:ext cx="303910" cy="1668965"/>
          </a:xfrm>
          <a:prstGeom prst="leftBrace">
            <a:avLst>
              <a:gd name="adj1" fmla="val 8333"/>
              <a:gd name="adj2" fmla="val 49735"/>
            </a:avLst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TW" altLang="en-US" sz="1050"/>
          </a:p>
        </p:txBody>
      </p:sp>
      <p:sp>
        <p:nvSpPr>
          <p:cNvPr id="21" name="文字方塊 20"/>
          <p:cNvSpPr txBox="1"/>
          <p:nvPr/>
        </p:nvSpPr>
        <p:spPr>
          <a:xfrm>
            <a:off x="4347418" y="4163400"/>
            <a:ext cx="504573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1050" dirty="0"/>
              <a:t>AI</a:t>
            </a:r>
            <a:r>
              <a:rPr lang="zh-TW" altLang="en-US" sz="1050" dirty="0"/>
              <a:t> </a:t>
            </a:r>
            <a:r>
              <a:rPr lang="en-US" altLang="zh-TW" sz="1050" dirty="0"/>
              <a:t>1.0</a:t>
            </a:r>
            <a:endParaRPr lang="zh-TW" altLang="en-US" sz="1050" dirty="0"/>
          </a:p>
        </p:txBody>
      </p:sp>
      <p:sp>
        <p:nvSpPr>
          <p:cNvPr id="22" name="左大括弧 21"/>
          <p:cNvSpPr/>
          <p:nvPr/>
        </p:nvSpPr>
        <p:spPr>
          <a:xfrm flipH="1">
            <a:off x="7792808" y="4060521"/>
            <a:ext cx="530897" cy="1003264"/>
          </a:xfrm>
          <a:prstGeom prst="leftBrace">
            <a:avLst>
              <a:gd name="adj1" fmla="val 8333"/>
              <a:gd name="adj2" fmla="val 49735"/>
            </a:avLst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TW" altLang="en-US" sz="1050"/>
          </a:p>
        </p:txBody>
      </p:sp>
      <p:sp>
        <p:nvSpPr>
          <p:cNvPr id="23" name="文字方塊 22"/>
          <p:cNvSpPr txBox="1"/>
          <p:nvPr/>
        </p:nvSpPr>
        <p:spPr>
          <a:xfrm>
            <a:off x="8248992" y="4568084"/>
            <a:ext cx="508473" cy="2539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1050" dirty="0"/>
              <a:t>AI</a:t>
            </a:r>
            <a:r>
              <a:rPr lang="zh-TW" altLang="en-US" sz="1050" dirty="0"/>
              <a:t> </a:t>
            </a:r>
            <a:r>
              <a:rPr lang="en-US" altLang="zh-TW" sz="1050" dirty="0"/>
              <a:t>2.0</a:t>
            </a:r>
            <a:endParaRPr lang="zh-TW" altLang="en-US" sz="1050" dirty="0"/>
          </a:p>
        </p:txBody>
      </p:sp>
      <p:sp>
        <p:nvSpPr>
          <p:cNvPr id="24" name="矩形圖說文字 23"/>
          <p:cNvSpPr/>
          <p:nvPr/>
        </p:nvSpPr>
        <p:spPr>
          <a:xfrm>
            <a:off x="7931170" y="2976795"/>
            <a:ext cx="1141330" cy="804018"/>
          </a:xfrm>
          <a:prstGeom prst="wedgeRectCallout">
            <a:avLst>
              <a:gd name="adj1" fmla="val -32766"/>
              <a:gd name="adj2" fmla="val 80989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1050" dirty="0"/>
              <a:t>Inline </a:t>
            </a:r>
            <a:r>
              <a:rPr lang="zh-TW" altLang="en-US" sz="1050" dirty="0"/>
              <a:t>運行時，可節省</a:t>
            </a:r>
            <a:r>
              <a:rPr lang="en-US" altLang="zh-TW" sz="1050" dirty="0"/>
              <a:t>I/O</a:t>
            </a:r>
            <a:r>
              <a:rPr lang="zh-TW" altLang="en-US" sz="1050" dirty="0"/>
              <a:t>讀取時間，加快運算速度、減少硬碟消耗</a:t>
            </a:r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內容版面配置區 1"/>
          <p:cNvSpPr>
            <a:spLocks noGrp="1"/>
          </p:cNvSpPr>
          <p:nvPr>
            <p:ph sz="quarter" idx="22"/>
          </p:nvPr>
        </p:nvSpPr>
        <p:spPr>
          <a:xfrm>
            <a:off x="528642" y="839058"/>
            <a:ext cx="8334926" cy="3397877"/>
          </a:xfrm>
        </p:spPr>
        <p:txBody>
          <a:bodyPr/>
          <a:lstStyle/>
          <a:p>
            <a:r>
              <a:rPr lang="en-US" altLang="zh-TW" dirty="0" smtClean="0"/>
              <a:t>AI2.0</a:t>
            </a:r>
            <a:endParaRPr lang="zh-TW" altLang="en-US" dirty="0"/>
          </a:p>
        </p:txBody>
      </p:sp>
      <p:sp>
        <p:nvSpPr>
          <p:cNvPr id="3" name="標題 2"/>
          <p:cNvSpPr>
            <a:spLocks noGrp="1"/>
          </p:cNvSpPr>
          <p:nvPr>
            <p:ph type="title"/>
          </p:nvPr>
        </p:nvSpPr>
        <p:spPr>
          <a:xfrm>
            <a:off x="528642" y="265830"/>
            <a:ext cx="7373937" cy="889000"/>
          </a:xfrm>
        </p:spPr>
        <p:txBody>
          <a:bodyPr/>
          <a:lstStyle/>
          <a:p>
            <a:pPr lvl="2"/>
            <a:r>
              <a:rPr lang="zh-TW" altLang="en-US" dirty="0" smtClean="0">
                <a:latin typeface="微軟正黑體" pitchFamily="34" charset="-120"/>
              </a:rPr>
              <a:t>技術成就</a:t>
            </a:r>
            <a:r>
              <a:rPr lang="zh-TW" altLang="en-US" dirty="0" smtClean="0"/>
              <a:t>補充說明</a:t>
            </a:r>
            <a:endParaRPr lang="zh-TW" altLang="en-US" dirty="0"/>
          </a:p>
        </p:txBody>
      </p:sp>
      <p:sp>
        <p:nvSpPr>
          <p:cNvPr id="8" name="內容版面配置區 1"/>
          <p:cNvSpPr txBox="1">
            <a:spLocks/>
          </p:cNvSpPr>
          <p:nvPr/>
        </p:nvSpPr>
        <p:spPr bwMode="auto">
          <a:xfrm>
            <a:off x="2299575" y="1022369"/>
            <a:ext cx="6251195" cy="339787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rm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itchFamily="34" charset="0"/>
              <a:buChar char="•"/>
              <a:defRPr sz="2000" kern="1200" baseline="0">
                <a:solidFill>
                  <a:schemeClr val="tx1">
                    <a:lumMod val="75000"/>
                    <a:lumOff val="25000"/>
                  </a:schemeClr>
                </a:solidFill>
                <a:latin typeface="Gill Sans MT" pitchFamily="34" charset="0"/>
                <a:ea typeface="微軟正黑體" pitchFamily="34" charset="-120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itchFamily="34" charset="0"/>
              <a:buChar char="–"/>
              <a:defRPr sz="1800" kern="1200" baseline="0">
                <a:solidFill>
                  <a:schemeClr val="tx1">
                    <a:lumMod val="75000"/>
                    <a:lumOff val="25000"/>
                  </a:schemeClr>
                </a:solidFill>
                <a:latin typeface="Gill Sans MT" pitchFamily="34" charset="0"/>
                <a:ea typeface="微軟正黑體" pitchFamily="34" charset="-120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itchFamily="34" charset="0"/>
              <a:buChar char="•"/>
              <a:defRPr sz="1600" kern="1200" baseline="0">
                <a:solidFill>
                  <a:schemeClr val="tx1">
                    <a:lumMod val="75000"/>
                    <a:lumOff val="25000"/>
                  </a:schemeClr>
                </a:solidFill>
                <a:latin typeface="Gill Sans MT" pitchFamily="34" charset="0"/>
                <a:ea typeface="微軟正黑體" pitchFamily="34" charset="-120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itchFamily="34" charset="0"/>
              <a:buChar char="–"/>
              <a:defRPr sz="2000" kern="1200">
                <a:solidFill>
                  <a:srgbClr val="404040"/>
                </a:solidFill>
                <a:latin typeface="Gill Sans MT" pitchFamily="34" charset="0"/>
                <a:ea typeface="微軟正黑體" pitchFamily="34" charset="-120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itchFamily="34" charset="0"/>
              <a:buChar char="»"/>
              <a:defRPr sz="2000" kern="1200">
                <a:solidFill>
                  <a:srgbClr val="404040"/>
                </a:solidFill>
                <a:latin typeface="Gill Sans MT" pitchFamily="34" charset="0"/>
                <a:ea typeface="微軟正黑體" pitchFamily="34" charset="-120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kumimoji="0" lang="en-US" altLang="zh-TW" dirty="0" smtClean="0"/>
              <a:t>(3)</a:t>
            </a:r>
            <a:r>
              <a:rPr kumimoji="0" lang="zh-TW" altLang="en-US" dirty="0" smtClean="0"/>
              <a:t>網路準確度提升</a:t>
            </a:r>
            <a:endParaRPr kumimoji="0" lang="zh-TW" altLang="en-US" dirty="0"/>
          </a:p>
        </p:txBody>
      </p:sp>
      <p:graphicFrame>
        <p:nvGraphicFramePr>
          <p:cNvPr id="9" name="表格 8"/>
          <p:cNvGraphicFramePr>
            <a:graphicFrameLocks noGrp="1"/>
          </p:cNvGraphicFramePr>
          <p:nvPr>
            <p:extLst/>
          </p:nvPr>
        </p:nvGraphicFramePr>
        <p:xfrm>
          <a:off x="1279879" y="1401621"/>
          <a:ext cx="3717168" cy="367360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5154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456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10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8100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88620">
                <a:tc>
                  <a:txBody>
                    <a:bodyPr/>
                    <a:lstStyle/>
                    <a:p>
                      <a:pPr algn="ctr"/>
                      <a:endParaRPr lang="zh-TW" altLang="en-US" sz="1100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marL="68580" marR="68580" marT="34290" marB="3429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1100" dirty="0" smtClean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資料集特性</a:t>
                      </a:r>
                      <a:endParaRPr lang="zh-TW" altLang="en-US" sz="1100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marL="68580" marR="68580" marT="34290" marB="3429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100" dirty="0" smtClean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AI1.0</a:t>
                      </a:r>
                    </a:p>
                    <a:p>
                      <a:pPr algn="ctr"/>
                      <a:r>
                        <a:rPr lang="zh-TW" altLang="en-US" sz="1100" dirty="0" smtClean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準確度</a:t>
                      </a:r>
                      <a:endParaRPr lang="zh-TW" altLang="en-US" sz="1100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marL="68580" marR="68580" marT="34290" marB="34290" anchor="ctr"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100" dirty="0" smtClean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AI2.0</a:t>
                      </a:r>
                    </a:p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TW" altLang="en-US" sz="1100" dirty="0" smtClean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準確度</a:t>
                      </a:r>
                    </a:p>
                  </a:txBody>
                  <a:tcPr marL="68580" marR="68580" marT="34290" marB="34290"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04409"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1100" b="1" dirty="0" smtClean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巡邊檢測試 </a:t>
                      </a:r>
                      <a:r>
                        <a:rPr lang="en-US" altLang="zh-TW" sz="1100" b="1" dirty="0" smtClean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I</a:t>
                      </a:r>
                      <a:endParaRPr lang="zh-TW" altLang="en-US" sz="1100" b="1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marL="68580" marR="68580" marT="34290" marB="34290" anchor="ctr"/>
                </a:tc>
                <a:tc>
                  <a:txBody>
                    <a:bodyPr/>
                    <a:lstStyle/>
                    <a:p>
                      <a:pPr lvl="0" algn="l"/>
                      <a:r>
                        <a:rPr lang="en-US" altLang="zh-TW" sz="1100" dirty="0" smtClean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1.</a:t>
                      </a:r>
                      <a:r>
                        <a:rPr lang="zh-TW" altLang="en-US" sz="1100" dirty="0" smtClean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  異常資料</a:t>
                      </a:r>
                      <a:r>
                        <a:rPr lang="zh-TW" altLang="en-US" sz="1100" dirty="0" smtClean="0">
                          <a:solidFill>
                            <a:srgbClr val="2343C6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極少</a:t>
                      </a:r>
                      <a:endParaRPr lang="en-US" altLang="zh-TW" sz="1100" dirty="0" smtClean="0">
                        <a:solidFill>
                          <a:srgbClr val="2343C6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  <a:p>
                      <a:pPr lvl="0" algn="l"/>
                      <a:r>
                        <a:rPr lang="en-US" altLang="zh-TW" sz="1100" dirty="0" smtClean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2.</a:t>
                      </a:r>
                      <a:r>
                        <a:rPr lang="zh-TW" altLang="en-US" sz="1100" dirty="0" smtClean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  面板髒污少</a:t>
                      </a:r>
                      <a:endParaRPr lang="en-US" altLang="zh-TW" sz="1100" dirty="0" smtClean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marL="68580" marR="68580" marT="34290" marB="3429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100" dirty="0" smtClean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90.8%</a:t>
                      </a:r>
                      <a:endParaRPr lang="zh-TW" altLang="en-US" sz="1100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marL="68580" marR="68580" marT="34290" marB="3429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100" dirty="0" smtClean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92.3%</a:t>
                      </a:r>
                      <a:endParaRPr lang="zh-TW" altLang="en-US" sz="1100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marL="68580" marR="68580" marT="34290" marB="34290"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87953"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1100" b="1" dirty="0" smtClean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巡邊檢測試 </a:t>
                      </a:r>
                      <a:r>
                        <a:rPr lang="en-US" altLang="zh-TW" sz="1100" b="1" dirty="0" smtClean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II</a:t>
                      </a:r>
                      <a:endParaRPr lang="zh-TW" altLang="en-US" sz="1100" b="1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marL="68580" marR="68580" marT="34290" marB="34290" anchor="ctr"/>
                </a:tc>
                <a:tc>
                  <a:txBody>
                    <a:bodyPr/>
                    <a:lstStyle/>
                    <a:p>
                      <a:pPr lvl="0" algn="l"/>
                      <a:r>
                        <a:rPr lang="en-US" altLang="zh-TW" sz="1100" dirty="0" smtClean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1.</a:t>
                      </a:r>
                      <a:r>
                        <a:rPr lang="zh-TW" altLang="en-US" sz="1100" dirty="0" smtClean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  資料量</a:t>
                      </a:r>
                      <a:r>
                        <a:rPr lang="zh-TW" altLang="en-US" sz="1100" dirty="0" smtClean="0">
                          <a:solidFill>
                            <a:srgbClr val="2343C6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較少</a:t>
                      </a:r>
                      <a:endParaRPr lang="en-US" altLang="zh-TW" sz="1100" dirty="0" smtClean="0">
                        <a:solidFill>
                          <a:srgbClr val="2343C6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  <a:p>
                      <a:pPr lvl="0" algn="l"/>
                      <a:r>
                        <a:rPr lang="en-US" altLang="zh-TW" sz="1100" dirty="0" smtClean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2.</a:t>
                      </a:r>
                      <a:r>
                        <a:rPr lang="zh-TW" altLang="en-US" sz="1100" dirty="0" smtClean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  面板</a:t>
                      </a:r>
                      <a:r>
                        <a:rPr lang="zh-TW" altLang="en-US" sz="1100" b="0" dirty="0" smtClean="0">
                          <a:solidFill>
                            <a:srgbClr val="2343C6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髒污多</a:t>
                      </a:r>
                      <a:endParaRPr lang="en-US" altLang="zh-TW" sz="1100" b="0" dirty="0" smtClean="0">
                        <a:solidFill>
                          <a:srgbClr val="2343C6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marL="68580" marR="68580" marT="34290" marB="3429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100" dirty="0" smtClean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96.2%</a:t>
                      </a:r>
                      <a:endParaRPr lang="zh-TW" altLang="en-US" sz="1100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marL="68580" marR="68580" marT="34290" marB="3429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100" dirty="0" smtClean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96.8%</a:t>
                      </a:r>
                      <a:endParaRPr lang="zh-TW" altLang="en-US" sz="1100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marL="68580" marR="68580" marT="34290" marB="34290"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18609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100" b="1" dirty="0" smtClean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AVI</a:t>
                      </a:r>
                      <a:r>
                        <a:rPr lang="zh-TW" altLang="en-US" sz="1100" b="1" dirty="0" smtClean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測試 </a:t>
                      </a:r>
                      <a:endParaRPr lang="zh-TW" altLang="en-US" sz="1100" b="1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marL="68580" marR="68580" marT="34290" marB="34290" anchor="ctr"/>
                </a:tc>
                <a:tc>
                  <a:txBody>
                    <a:bodyPr/>
                    <a:lstStyle/>
                    <a:p>
                      <a:pPr marL="0" lvl="0" algn="l" defTabSz="914400" rtl="0" eaLnBrk="1" latinLnBrk="0" hangingPunct="1"/>
                      <a:r>
                        <a:rPr lang="en-US" altLang="zh-TW" sz="1100" kern="1200" dirty="0" smtClean="0">
                          <a:solidFill>
                            <a:schemeClr val="dk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+mn-cs"/>
                        </a:rPr>
                        <a:t>1.</a:t>
                      </a:r>
                      <a:r>
                        <a:rPr lang="zh-TW" altLang="en-US" sz="1100" kern="1200" dirty="0" smtClean="0">
                          <a:solidFill>
                            <a:schemeClr val="dk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+mn-cs"/>
                        </a:rPr>
                        <a:t>  異常資料</a:t>
                      </a:r>
                      <a:r>
                        <a:rPr lang="zh-TW" altLang="en-US" sz="1100" kern="1200" dirty="0" smtClean="0">
                          <a:solidFill>
                            <a:srgbClr val="2343C6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+mn-cs"/>
                        </a:rPr>
                        <a:t>多</a:t>
                      </a:r>
                      <a:endParaRPr lang="en-US" altLang="zh-TW" sz="1100" kern="1200" dirty="0" smtClean="0">
                        <a:solidFill>
                          <a:srgbClr val="2343C6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  <a:cs typeface="+mn-cs"/>
                      </a:endParaRPr>
                    </a:p>
                    <a:p>
                      <a:pPr marL="0" lvl="0" algn="l" defTabSz="914400" rtl="0" eaLnBrk="1" latinLnBrk="0" hangingPunct="1"/>
                      <a:r>
                        <a:rPr lang="en-US" altLang="zh-TW" sz="1100" kern="1200" dirty="0" smtClean="0">
                          <a:solidFill>
                            <a:schemeClr val="dk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+mn-cs"/>
                        </a:rPr>
                        <a:t>2.</a:t>
                      </a:r>
                      <a:r>
                        <a:rPr lang="zh-TW" altLang="en-US" sz="1100" kern="1200" dirty="0" smtClean="0">
                          <a:solidFill>
                            <a:schemeClr val="dk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+mn-cs"/>
                        </a:rPr>
                        <a:t>  資料集數量多</a:t>
                      </a:r>
                      <a:endParaRPr lang="en-US" altLang="zh-TW" sz="1100" kern="1200" dirty="0" smtClean="0">
                        <a:solidFill>
                          <a:schemeClr val="dk1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  <a:cs typeface="+mn-cs"/>
                      </a:endParaRPr>
                    </a:p>
                    <a:p>
                      <a:pPr marL="0" lvl="0" algn="l" defTabSz="914400" rtl="0" eaLnBrk="1" latinLnBrk="0" hangingPunct="1"/>
                      <a:r>
                        <a:rPr lang="en-US" altLang="zh-TW" sz="1100" kern="1200" dirty="0" smtClean="0">
                          <a:solidFill>
                            <a:schemeClr val="dk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+mn-cs"/>
                        </a:rPr>
                        <a:t>3.</a:t>
                      </a:r>
                      <a:r>
                        <a:rPr lang="zh-TW" altLang="en-US" sz="1100" kern="1200" dirty="0" smtClean="0">
                          <a:solidFill>
                            <a:schemeClr val="dk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+mn-cs"/>
                        </a:rPr>
                        <a:t>  圖片背景單純</a:t>
                      </a:r>
                      <a:endParaRPr lang="zh-TW" altLang="en-US" sz="1100" kern="1200" dirty="0">
                        <a:solidFill>
                          <a:schemeClr val="dk1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  <a:cs typeface="+mn-cs"/>
                      </a:endParaRPr>
                    </a:p>
                  </a:txBody>
                  <a:tcPr marL="68580" marR="68580" marT="34290" marB="3429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100" dirty="0" smtClean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96.0%</a:t>
                      </a:r>
                      <a:endParaRPr lang="zh-TW" altLang="en-US" sz="1100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marL="68580" marR="68580" marT="34290" marB="3429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100" dirty="0" smtClean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96.0%</a:t>
                      </a:r>
                      <a:endParaRPr lang="zh-TW" altLang="en-US" sz="1100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marL="68580" marR="68580" marT="34290" marB="34290"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56459"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1100" b="1" dirty="0" smtClean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膠檢</a:t>
                      </a:r>
                      <a:endParaRPr lang="zh-TW" altLang="en-US" sz="1100" b="1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marL="68580" marR="68580" marT="34290" marB="34290"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100" kern="1200" dirty="0" smtClean="0">
                          <a:solidFill>
                            <a:schemeClr val="dk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+mn-cs"/>
                        </a:rPr>
                        <a:t>1.</a:t>
                      </a:r>
                      <a:r>
                        <a:rPr lang="zh-TW" altLang="en-US" sz="1100" kern="1200" dirty="0" smtClean="0">
                          <a:solidFill>
                            <a:schemeClr val="dk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+mn-cs"/>
                        </a:rPr>
                        <a:t>  異常資料</a:t>
                      </a:r>
                      <a:r>
                        <a:rPr lang="zh-TW" altLang="en-US" sz="1100" kern="1200" dirty="0" smtClean="0">
                          <a:solidFill>
                            <a:srgbClr val="2343C6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+mn-cs"/>
                        </a:rPr>
                        <a:t>多</a:t>
                      </a:r>
                      <a:endParaRPr lang="en-US" altLang="zh-TW" sz="1100" kern="1200" dirty="0" smtClean="0">
                        <a:solidFill>
                          <a:srgbClr val="2343C6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  <a:cs typeface="+mn-cs"/>
                      </a:endParaRPr>
                    </a:p>
                    <a:p>
                      <a:pPr marL="0" lvl="0" algn="l" defTabSz="914400" rtl="0" eaLnBrk="1" latinLnBrk="0" hangingPunct="1"/>
                      <a:r>
                        <a:rPr lang="en-US" altLang="zh-TW" sz="1100" kern="1200" dirty="0" smtClean="0">
                          <a:solidFill>
                            <a:schemeClr val="dk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+mn-cs"/>
                        </a:rPr>
                        <a:t>2.</a:t>
                      </a:r>
                      <a:r>
                        <a:rPr lang="zh-TW" altLang="en-US" sz="1100" kern="1200" dirty="0" smtClean="0">
                          <a:solidFill>
                            <a:schemeClr val="dk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+mn-cs"/>
                        </a:rPr>
                        <a:t>  背景單純</a:t>
                      </a:r>
                      <a:endParaRPr lang="zh-TW" altLang="en-US" sz="1100" kern="1200" dirty="0">
                        <a:solidFill>
                          <a:schemeClr val="dk1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  <a:cs typeface="+mn-cs"/>
                      </a:endParaRPr>
                    </a:p>
                  </a:txBody>
                  <a:tcPr marL="68580" marR="68580" marT="34290" marB="3429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100" dirty="0" smtClean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100%</a:t>
                      </a:r>
                      <a:endParaRPr lang="zh-TW" altLang="en-US" sz="1100" dirty="0">
                        <a:solidFill>
                          <a:schemeClr val="tx1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marL="68580" marR="68580" marT="34290" marB="3429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100" dirty="0" smtClean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100%</a:t>
                      </a:r>
                      <a:endParaRPr lang="zh-TW" altLang="en-US" sz="1100" dirty="0">
                        <a:solidFill>
                          <a:schemeClr val="tx1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marL="68580" marR="68580" marT="34290" marB="34290" anchor="ctr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614144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100" b="1" dirty="0" smtClean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BDI</a:t>
                      </a:r>
                      <a:endParaRPr lang="zh-TW" altLang="en-US" sz="1100" b="1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marL="68580" marR="68580" marT="34290" marB="34290"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100" kern="1200" noProof="0" dirty="0" smtClean="0">
                          <a:solidFill>
                            <a:schemeClr val="dk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+mn-cs"/>
                        </a:rPr>
                        <a:t>1.</a:t>
                      </a:r>
                      <a:r>
                        <a:rPr lang="zh-TW" altLang="en-US" sz="1100" kern="1200" noProof="0" dirty="0" smtClean="0">
                          <a:solidFill>
                            <a:schemeClr val="dk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+mn-cs"/>
                        </a:rPr>
                        <a:t>  三個類別</a:t>
                      </a:r>
                      <a:endParaRPr lang="en-US" altLang="zh-TW" sz="1100" kern="1200" noProof="0" dirty="0" smtClean="0">
                        <a:solidFill>
                          <a:schemeClr val="dk1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  <a:cs typeface="+mn-cs"/>
                      </a:endParaRP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100" kern="1200" noProof="0" dirty="0" smtClean="0">
                          <a:solidFill>
                            <a:schemeClr val="dk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+mn-cs"/>
                        </a:rPr>
                        <a:t>2.</a:t>
                      </a:r>
                      <a:r>
                        <a:rPr lang="zh-TW" altLang="en-US" sz="1100" kern="1200" noProof="0" dirty="0" smtClean="0">
                          <a:solidFill>
                            <a:schemeClr val="dk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+mn-cs"/>
                        </a:rPr>
                        <a:t>  資料相對單純</a:t>
                      </a:r>
                      <a:endParaRPr lang="zh-TW" altLang="en-US" sz="800" kern="1200" noProof="0" dirty="0" smtClean="0">
                        <a:solidFill>
                          <a:schemeClr val="dk1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  <a:cs typeface="+mn-cs"/>
                      </a:endParaRPr>
                    </a:p>
                  </a:txBody>
                  <a:tcPr marL="68580" marR="68580" marT="34290" marB="3429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100" dirty="0" smtClean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99.6%</a:t>
                      </a:r>
                      <a:endParaRPr lang="zh-TW" altLang="en-US" sz="1100" dirty="0">
                        <a:solidFill>
                          <a:schemeClr val="tx1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marL="68580" marR="68580" marT="34290" marB="3429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100" dirty="0" smtClean="0">
                          <a:solidFill>
                            <a:srgbClr val="FF0000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99.8%</a:t>
                      </a:r>
                      <a:endParaRPr lang="zh-TW" altLang="en-US" sz="1100" dirty="0">
                        <a:solidFill>
                          <a:srgbClr val="FF0000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marL="68580" marR="68580" marT="34290" marB="34290" anchor="ctr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pic>
        <p:nvPicPr>
          <p:cNvPr id="10" name="圖片 9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40144" y="1273360"/>
            <a:ext cx="1077019" cy="807764"/>
          </a:xfrm>
          <a:prstGeom prst="rect">
            <a:avLst/>
          </a:prstGeom>
        </p:spPr>
      </p:pic>
      <p:pic>
        <p:nvPicPr>
          <p:cNvPr id="11" name="圖片 10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92922" y="2097675"/>
            <a:ext cx="898908" cy="898908"/>
          </a:xfrm>
          <a:prstGeom prst="rect">
            <a:avLst/>
          </a:prstGeom>
        </p:spPr>
      </p:pic>
      <p:pic>
        <p:nvPicPr>
          <p:cNvPr id="12" name="圖片 11"/>
          <p:cNvPicPr>
            <a:picLocks noChangeAspect="1"/>
          </p:cNvPicPr>
          <p:nvPr/>
        </p:nvPicPr>
        <p:blipFill rotWithShape="1"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12207"/>
          <a:stretch/>
        </p:blipFill>
        <p:spPr>
          <a:xfrm>
            <a:off x="5425174" y="2119771"/>
            <a:ext cx="895364" cy="870437"/>
          </a:xfrm>
          <a:prstGeom prst="rect">
            <a:avLst/>
          </a:prstGeom>
        </p:spPr>
      </p:pic>
      <p:pic>
        <p:nvPicPr>
          <p:cNvPr id="13" name="圖片 12"/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40831" y="3136717"/>
            <a:ext cx="849941" cy="849941"/>
          </a:xfrm>
          <a:prstGeom prst="rect">
            <a:avLst/>
          </a:prstGeom>
        </p:spPr>
      </p:pic>
      <p:pic>
        <p:nvPicPr>
          <p:cNvPr id="14" name="圖片 13"/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23101" y="4059583"/>
            <a:ext cx="868730" cy="868730"/>
          </a:xfrm>
          <a:prstGeom prst="rect">
            <a:avLst/>
          </a:prstGeom>
        </p:spPr>
      </p:pic>
      <p:pic>
        <p:nvPicPr>
          <p:cNvPr id="15" name="圖片 14"/>
          <p:cNvPicPr>
            <a:picLocks noChangeAspect="1"/>
          </p:cNvPicPr>
          <p:nvPr/>
        </p:nvPicPr>
        <p:blipFill rotWithShape="1"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9036" b="26805"/>
          <a:stretch/>
        </p:blipFill>
        <p:spPr>
          <a:xfrm>
            <a:off x="5425173" y="4039126"/>
            <a:ext cx="894859" cy="853014"/>
          </a:xfrm>
          <a:prstGeom prst="rect">
            <a:avLst/>
          </a:prstGeom>
        </p:spPr>
      </p:pic>
      <p:sp>
        <p:nvSpPr>
          <p:cNvPr id="16" name="圓角矩形 15"/>
          <p:cNvSpPr/>
          <p:nvPr/>
        </p:nvSpPr>
        <p:spPr>
          <a:xfrm>
            <a:off x="336782" y="1709350"/>
            <a:ext cx="675075" cy="213774"/>
          </a:xfrm>
          <a:prstGeom prst="roundRect">
            <a:avLst/>
          </a:prstGeom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TW" altLang="en-US" sz="1050" dirty="0"/>
              <a:t>分類</a:t>
            </a:r>
          </a:p>
        </p:txBody>
      </p:sp>
      <p:sp>
        <p:nvSpPr>
          <p:cNvPr id="17" name="圓角矩形 16"/>
          <p:cNvSpPr/>
          <p:nvPr/>
        </p:nvSpPr>
        <p:spPr>
          <a:xfrm>
            <a:off x="5530842" y="803869"/>
            <a:ext cx="1839710" cy="377195"/>
          </a:xfrm>
          <a:prstGeom prst="roundRect">
            <a:avLst/>
          </a:prstGeom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TW" altLang="en-US" sz="1050" dirty="0"/>
              <a:t>異常偵測</a:t>
            </a:r>
            <a:r>
              <a:rPr lang="en-US" altLang="zh-TW" sz="1050" dirty="0"/>
              <a:t>-</a:t>
            </a:r>
            <a:r>
              <a:rPr lang="zh-TW" altLang="en-US" sz="1050" dirty="0"/>
              <a:t>生成效果提升</a:t>
            </a:r>
          </a:p>
        </p:txBody>
      </p:sp>
      <p:sp>
        <p:nvSpPr>
          <p:cNvPr id="18" name="圓角矩形 17"/>
          <p:cNvSpPr/>
          <p:nvPr/>
        </p:nvSpPr>
        <p:spPr>
          <a:xfrm>
            <a:off x="5530842" y="2913853"/>
            <a:ext cx="818603" cy="213774"/>
          </a:xfrm>
          <a:prstGeom prst="roundRect">
            <a:avLst/>
          </a:prstGeom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TW" sz="1050" dirty="0"/>
              <a:t>AI</a:t>
            </a:r>
            <a:r>
              <a:rPr lang="zh-TW" altLang="en-US" sz="1050" dirty="0"/>
              <a:t> </a:t>
            </a:r>
            <a:r>
              <a:rPr lang="en-US" altLang="zh-TW" sz="1050" dirty="0"/>
              <a:t>1.0</a:t>
            </a:r>
            <a:r>
              <a:rPr lang="zh-TW" altLang="en-US" sz="1050" dirty="0"/>
              <a:t>生成</a:t>
            </a:r>
          </a:p>
        </p:txBody>
      </p:sp>
      <p:sp>
        <p:nvSpPr>
          <p:cNvPr id="19" name="圓角矩形 18"/>
          <p:cNvSpPr/>
          <p:nvPr/>
        </p:nvSpPr>
        <p:spPr>
          <a:xfrm>
            <a:off x="6648163" y="2913853"/>
            <a:ext cx="818603" cy="213774"/>
          </a:xfrm>
          <a:prstGeom prst="round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TW" sz="1050" dirty="0"/>
              <a:t>AI</a:t>
            </a:r>
            <a:r>
              <a:rPr lang="zh-TW" altLang="en-US" sz="1050" dirty="0"/>
              <a:t> </a:t>
            </a:r>
            <a:r>
              <a:rPr lang="en-US" altLang="zh-TW" sz="1050" dirty="0"/>
              <a:t>2.0</a:t>
            </a:r>
            <a:r>
              <a:rPr lang="zh-TW" altLang="en-US" sz="1050" dirty="0"/>
              <a:t>生成</a:t>
            </a:r>
          </a:p>
        </p:txBody>
      </p:sp>
      <p:sp>
        <p:nvSpPr>
          <p:cNvPr id="20" name="圓角矩形 19"/>
          <p:cNvSpPr/>
          <p:nvPr/>
        </p:nvSpPr>
        <p:spPr>
          <a:xfrm>
            <a:off x="5530842" y="4900401"/>
            <a:ext cx="818603" cy="213774"/>
          </a:xfrm>
          <a:prstGeom prst="roundRect">
            <a:avLst/>
          </a:prstGeom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TW" sz="1050" dirty="0"/>
              <a:t>AI</a:t>
            </a:r>
            <a:r>
              <a:rPr lang="zh-TW" altLang="en-US" sz="1050" dirty="0"/>
              <a:t> </a:t>
            </a:r>
            <a:r>
              <a:rPr lang="en-US" altLang="zh-TW" sz="1050" dirty="0"/>
              <a:t>1.0</a:t>
            </a:r>
            <a:r>
              <a:rPr lang="zh-TW" altLang="en-US" sz="1050" dirty="0"/>
              <a:t>生成</a:t>
            </a:r>
          </a:p>
        </p:txBody>
      </p:sp>
      <p:sp>
        <p:nvSpPr>
          <p:cNvPr id="21" name="圓角矩形 20"/>
          <p:cNvSpPr/>
          <p:nvPr/>
        </p:nvSpPr>
        <p:spPr>
          <a:xfrm>
            <a:off x="6648163" y="4894349"/>
            <a:ext cx="818603" cy="213774"/>
          </a:xfrm>
          <a:prstGeom prst="round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TW" sz="1050" dirty="0"/>
              <a:t>AI</a:t>
            </a:r>
            <a:r>
              <a:rPr lang="zh-TW" altLang="en-US" sz="1050" dirty="0"/>
              <a:t> </a:t>
            </a:r>
            <a:r>
              <a:rPr lang="en-US" altLang="zh-TW" sz="1050" dirty="0"/>
              <a:t>2.0</a:t>
            </a:r>
            <a:r>
              <a:rPr lang="zh-TW" altLang="en-US" sz="1050" dirty="0"/>
              <a:t>生成</a:t>
            </a:r>
          </a:p>
        </p:txBody>
      </p:sp>
    </p:spTree>
    <p:extLst>
      <p:ext uri="{BB962C8B-B14F-4D97-AF65-F5344CB8AC3E}">
        <p14:creationId xmlns:p14="http://schemas.microsoft.com/office/powerpoint/2010/main" val="3304726557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內容版面配置區 1"/>
          <p:cNvSpPr txBox="1">
            <a:spLocks/>
          </p:cNvSpPr>
          <p:nvPr/>
        </p:nvSpPr>
        <p:spPr bwMode="auto">
          <a:xfrm>
            <a:off x="528642" y="839058"/>
            <a:ext cx="8334926" cy="339787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rm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itchFamily="34" charset="0"/>
              <a:buChar char="•"/>
              <a:defRPr sz="2000" kern="1200" baseline="0">
                <a:solidFill>
                  <a:schemeClr val="tx1">
                    <a:lumMod val="75000"/>
                    <a:lumOff val="25000"/>
                  </a:schemeClr>
                </a:solidFill>
                <a:latin typeface="Gill Sans MT" pitchFamily="34" charset="0"/>
                <a:ea typeface="微軟正黑體" pitchFamily="34" charset="-120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itchFamily="34" charset="0"/>
              <a:buChar char="–"/>
              <a:defRPr sz="1800" kern="1200" baseline="0">
                <a:solidFill>
                  <a:schemeClr val="tx1">
                    <a:lumMod val="75000"/>
                    <a:lumOff val="25000"/>
                  </a:schemeClr>
                </a:solidFill>
                <a:latin typeface="Gill Sans MT" pitchFamily="34" charset="0"/>
                <a:ea typeface="微軟正黑體" pitchFamily="34" charset="-120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itchFamily="34" charset="0"/>
              <a:buChar char="•"/>
              <a:defRPr sz="1600" kern="1200" baseline="0">
                <a:solidFill>
                  <a:schemeClr val="tx1">
                    <a:lumMod val="75000"/>
                    <a:lumOff val="25000"/>
                  </a:schemeClr>
                </a:solidFill>
                <a:latin typeface="Gill Sans MT" pitchFamily="34" charset="0"/>
                <a:ea typeface="微軟正黑體" pitchFamily="34" charset="-120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itchFamily="34" charset="0"/>
              <a:buChar char="–"/>
              <a:defRPr sz="2000" kern="1200">
                <a:solidFill>
                  <a:srgbClr val="404040"/>
                </a:solidFill>
                <a:latin typeface="Gill Sans MT" pitchFamily="34" charset="0"/>
                <a:ea typeface="微軟正黑體" pitchFamily="34" charset="-120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itchFamily="34" charset="0"/>
              <a:buChar char="»"/>
              <a:defRPr sz="2000" kern="1200">
                <a:solidFill>
                  <a:srgbClr val="404040"/>
                </a:solidFill>
                <a:latin typeface="Gill Sans MT" pitchFamily="34" charset="0"/>
                <a:ea typeface="微軟正黑體" pitchFamily="34" charset="-120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kumimoji="0" lang="en-US" altLang="zh-TW" smtClean="0"/>
              <a:t>AI2.0</a:t>
            </a:r>
            <a:endParaRPr kumimoji="0" lang="zh-TW" altLang="en-US" dirty="0"/>
          </a:p>
        </p:txBody>
      </p:sp>
      <p:sp>
        <p:nvSpPr>
          <p:cNvPr id="2" name="內容版面配置區 1"/>
          <p:cNvSpPr>
            <a:spLocks noGrp="1"/>
          </p:cNvSpPr>
          <p:nvPr>
            <p:ph sz="quarter" idx="22"/>
          </p:nvPr>
        </p:nvSpPr>
        <p:spPr>
          <a:xfrm>
            <a:off x="2816804" y="1011024"/>
            <a:ext cx="2835315" cy="3397877"/>
          </a:xfrm>
        </p:spPr>
        <p:txBody>
          <a:bodyPr/>
          <a:lstStyle/>
          <a:p>
            <a:pPr marL="0" indent="0">
              <a:buNone/>
            </a:pPr>
            <a:r>
              <a:rPr lang="zh-TW" altLang="en-US" dirty="0" smtClean="0"/>
              <a:t>程式導入介面</a:t>
            </a:r>
            <a:endParaRPr lang="zh-TW" altLang="en-US" dirty="0"/>
          </a:p>
        </p:txBody>
      </p:sp>
      <p:sp>
        <p:nvSpPr>
          <p:cNvPr id="3" name="標題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 smtClean="0">
                <a:latin typeface="微軟正黑體" pitchFamily="34" charset="-120"/>
              </a:rPr>
              <a:t>技術成就</a:t>
            </a:r>
            <a:r>
              <a:rPr lang="zh-TW" altLang="en-US" dirty="0" smtClean="0"/>
              <a:t>補充說明</a:t>
            </a:r>
            <a:endParaRPr lang="zh-TW" altLang="en-US" dirty="0"/>
          </a:p>
        </p:txBody>
      </p:sp>
      <p:pic>
        <p:nvPicPr>
          <p:cNvPr id="96" name="圖片 9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91410" y="1390034"/>
            <a:ext cx="7487917" cy="34340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73343949"/>
      </p:ext>
    </p:extLst>
  </p:cSld>
  <p:clrMapOvr>
    <a:masterClrMapping/>
  </p:clrMapOvr>
  <p:transition/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內容版面配置區 1"/>
          <p:cNvSpPr>
            <a:spLocks noGrp="1"/>
          </p:cNvSpPr>
          <p:nvPr>
            <p:ph sz="quarter" idx="22"/>
          </p:nvPr>
        </p:nvSpPr>
        <p:spPr>
          <a:xfrm>
            <a:off x="528642" y="951570"/>
            <a:ext cx="8334926" cy="3397877"/>
          </a:xfrm>
        </p:spPr>
        <p:txBody>
          <a:bodyPr/>
          <a:lstStyle/>
          <a:p>
            <a:r>
              <a:rPr lang="zh-TW" altLang="en-US" dirty="0"/>
              <a:t>以</a:t>
            </a:r>
            <a:r>
              <a:rPr lang="en-US" altLang="zh-TW" dirty="0"/>
              <a:t>3D</a:t>
            </a:r>
            <a:r>
              <a:rPr lang="zh-TW" altLang="en-US" dirty="0"/>
              <a:t>取像及匹配做大型物件的自動辨識及取</a:t>
            </a:r>
            <a:r>
              <a:rPr lang="zh-TW" altLang="en-US" dirty="0" smtClean="0"/>
              <a:t>放</a:t>
            </a:r>
            <a:endParaRPr lang="en-US" altLang="zh-TW" dirty="0" smtClean="0"/>
          </a:p>
          <a:p>
            <a:r>
              <a:rPr lang="zh-TW" altLang="en-US" dirty="0" smtClean="0"/>
              <a:t>目的：</a:t>
            </a:r>
            <a:r>
              <a:rPr lang="en-US" altLang="zh-TW" dirty="0"/>
              <a:t>3D</a:t>
            </a:r>
            <a:r>
              <a:rPr lang="zh-TW" altLang="en-US" dirty="0"/>
              <a:t>立體</a:t>
            </a:r>
            <a:r>
              <a:rPr lang="zh-TW" altLang="en-US" dirty="0" smtClean="0"/>
              <a:t>視覺取得物體立體特徵進行</a:t>
            </a:r>
            <a:r>
              <a:rPr lang="en-US" altLang="zh-TW" dirty="0" smtClean="0"/>
              <a:t>CAD</a:t>
            </a:r>
            <a:r>
              <a:rPr lang="zh-TW" altLang="en-US" dirty="0" smtClean="0"/>
              <a:t>辨識，改善傳統相機需透過打光產生特徵之缺點，並搭配手臂進行校正抓取</a:t>
            </a:r>
            <a:endParaRPr lang="zh-TW" altLang="en-US" dirty="0"/>
          </a:p>
        </p:txBody>
      </p:sp>
      <p:sp>
        <p:nvSpPr>
          <p:cNvPr id="3" name="標題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2"/>
            <a:r>
              <a:rPr lang="zh-TW" altLang="en-US" dirty="0" smtClean="0"/>
              <a:t>論文或專利補充說明</a:t>
            </a:r>
            <a:endParaRPr lang="zh-TW" altLang="en-US" dirty="0"/>
          </a:p>
        </p:txBody>
      </p:sp>
      <p:pic>
        <p:nvPicPr>
          <p:cNvPr id="5" name="圖片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7515" y="2284994"/>
            <a:ext cx="2835315" cy="2339570"/>
          </a:xfrm>
          <a:prstGeom prst="rect">
            <a:avLst/>
          </a:prstGeom>
        </p:spPr>
      </p:pic>
      <p:pic>
        <p:nvPicPr>
          <p:cNvPr id="6" name="圖片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07590" y="2481740"/>
            <a:ext cx="1804115" cy="2417941"/>
          </a:xfrm>
          <a:prstGeom prst="rect">
            <a:avLst/>
          </a:prstGeom>
        </p:spPr>
      </p:pic>
      <p:pic>
        <p:nvPicPr>
          <p:cNvPr id="7" name="圖片 6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617052" y="2121700"/>
            <a:ext cx="1777796" cy="1397375"/>
          </a:xfrm>
          <a:prstGeom prst="rect">
            <a:avLst/>
          </a:prstGeom>
        </p:spPr>
      </p:pic>
      <p:pic>
        <p:nvPicPr>
          <p:cNvPr id="8" name="圖片 7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681225" y="3527545"/>
            <a:ext cx="1697723" cy="1460226"/>
          </a:xfrm>
          <a:prstGeom prst="rect">
            <a:avLst/>
          </a:prstGeom>
        </p:spPr>
      </p:pic>
      <p:sp>
        <p:nvSpPr>
          <p:cNvPr id="9" name="圓角矩形 8"/>
          <p:cNvSpPr/>
          <p:nvPr/>
        </p:nvSpPr>
        <p:spPr>
          <a:xfrm>
            <a:off x="7587335" y="2751770"/>
            <a:ext cx="1416882" cy="585064"/>
          </a:xfrm>
          <a:prstGeom prst="roundRect">
            <a:avLst/>
          </a:prstGeom>
          <a:solidFill>
            <a:srgbClr val="449E9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TW" altLang="en-US" sz="1100" b="1" dirty="0" smtClean="0">
                <a:latin typeface="Gill Sans MT" pitchFamily="34" charset="0"/>
              </a:rPr>
              <a:t>藍色為</a:t>
            </a:r>
            <a:r>
              <a:rPr lang="en-US" altLang="zh-TW" sz="1100" b="1" dirty="0" smtClean="0">
                <a:latin typeface="Gill Sans MT" pitchFamily="34" charset="0"/>
              </a:rPr>
              <a:t>3D</a:t>
            </a:r>
            <a:r>
              <a:rPr lang="zh-TW" altLang="en-US" sz="1100" b="1" dirty="0">
                <a:latin typeface="Gill Sans MT" pitchFamily="34" charset="0"/>
              </a:rPr>
              <a:t>相機</a:t>
            </a:r>
            <a:r>
              <a:rPr lang="zh-TW" altLang="en-US" sz="1100" b="1" dirty="0" smtClean="0">
                <a:latin typeface="Gill Sans MT" pitchFamily="34" charset="0"/>
              </a:rPr>
              <a:t>取像後計算的特徵點</a:t>
            </a:r>
            <a:endParaRPr lang="zh-TW" altLang="en-US" sz="1100" b="1" dirty="0">
              <a:latin typeface="Gill Sans MT" pitchFamily="34" charset="0"/>
            </a:endParaRPr>
          </a:p>
        </p:txBody>
      </p:sp>
      <p:sp>
        <p:nvSpPr>
          <p:cNvPr id="10" name="圓角矩形 9"/>
          <p:cNvSpPr/>
          <p:nvPr/>
        </p:nvSpPr>
        <p:spPr>
          <a:xfrm>
            <a:off x="7587335" y="3831890"/>
            <a:ext cx="1416882" cy="401434"/>
          </a:xfrm>
          <a:prstGeom prst="roundRect">
            <a:avLst/>
          </a:prstGeom>
          <a:solidFill>
            <a:srgbClr val="449E9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TW" altLang="en-US" sz="1100" b="1" dirty="0" smtClean="0">
                <a:latin typeface="Gill Sans MT" pitchFamily="34" charset="0"/>
              </a:rPr>
              <a:t>黃色為辨識的</a:t>
            </a:r>
            <a:r>
              <a:rPr lang="en-US" altLang="zh-TW" sz="1100" b="1" dirty="0" smtClean="0">
                <a:latin typeface="Gill Sans MT" pitchFamily="34" charset="0"/>
              </a:rPr>
              <a:t>CAD</a:t>
            </a:r>
            <a:endParaRPr lang="zh-TW" altLang="en-US" sz="1100" b="1" dirty="0">
              <a:latin typeface="Gill Sans MT" pitchFamily="34" charset="0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標題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2"/>
            <a:r>
              <a:rPr lang="zh-TW" altLang="en-US" dirty="0" smtClean="0"/>
              <a:t>補充說明</a:t>
            </a:r>
            <a:endParaRPr lang="zh-TW" altLang="en-US" dirty="0"/>
          </a:p>
        </p:txBody>
      </p:sp>
      <p:sp>
        <p:nvSpPr>
          <p:cNvPr id="4" name="內容版面配置區 3"/>
          <p:cNvSpPr>
            <a:spLocks noGrp="1"/>
          </p:cNvSpPr>
          <p:nvPr>
            <p:ph sz="quarter" idx="22"/>
          </p:nvPr>
        </p:nvSpPr>
        <p:spPr>
          <a:xfrm>
            <a:off x="517487" y="906565"/>
            <a:ext cx="8334926" cy="3397877"/>
          </a:xfrm>
        </p:spPr>
        <p:txBody>
          <a:bodyPr/>
          <a:lstStyle/>
          <a:p>
            <a:r>
              <a:rPr lang="zh-TW" altLang="en-US" dirty="0">
                <a:latin typeface="微軟正黑體" pitchFamily="34" charset="-120"/>
              </a:rPr>
              <a:t>前份工作：</a:t>
            </a:r>
            <a:r>
              <a:rPr lang="en-US" altLang="zh-TW" dirty="0">
                <a:latin typeface="微軟正黑體" pitchFamily="34" charset="-120"/>
              </a:rPr>
              <a:t>AI</a:t>
            </a:r>
            <a:r>
              <a:rPr lang="zh-TW" altLang="en-US" dirty="0">
                <a:latin typeface="微軟正黑體" pitchFamily="34" charset="-120"/>
              </a:rPr>
              <a:t>分類銅箔瑕疵</a:t>
            </a:r>
            <a:r>
              <a:rPr lang="zh-TW" altLang="en-US" dirty="0" smtClean="0">
                <a:latin typeface="微軟正黑體" pitchFamily="34" charset="-120"/>
              </a:rPr>
              <a:t>檢測</a:t>
            </a:r>
            <a:endParaRPr lang="en-US" altLang="zh-TW" dirty="0" smtClean="0">
              <a:latin typeface="微軟正黑體" pitchFamily="34" charset="-120"/>
            </a:endParaRPr>
          </a:p>
          <a:p>
            <a:r>
              <a:rPr lang="zh-TW" altLang="en-US" dirty="0" smtClean="0"/>
              <a:t>目的：透過</a:t>
            </a:r>
            <a:r>
              <a:rPr lang="en-US" altLang="zh-TW" dirty="0" err="1" smtClean="0"/>
              <a:t>OpenVino</a:t>
            </a:r>
            <a:r>
              <a:rPr lang="zh-TW" altLang="en-US" dirty="0" smtClean="0"/>
              <a:t>框架結合開源影像處理套件，進行銅箔檢測並瑕疵分類</a:t>
            </a:r>
            <a:endParaRPr lang="zh-TW" altLang="en-US" dirty="0"/>
          </a:p>
        </p:txBody>
      </p:sp>
      <p:pic>
        <p:nvPicPr>
          <p:cNvPr id="12" name="圖片 11"/>
          <p:cNvPicPr>
            <a:picLocks noChangeAspect="1"/>
          </p:cNvPicPr>
          <p:nvPr/>
        </p:nvPicPr>
        <p:blipFill rotWithShape="1">
          <a:blip r:embed="rId2"/>
          <a:srcRect r="52453" b="49825"/>
          <a:stretch/>
        </p:blipFill>
        <p:spPr>
          <a:xfrm>
            <a:off x="7189717" y="2481740"/>
            <a:ext cx="1840267" cy="1215135"/>
          </a:xfrm>
          <a:prstGeom prst="rect">
            <a:avLst/>
          </a:prstGeom>
        </p:spPr>
      </p:pic>
      <p:pic>
        <p:nvPicPr>
          <p:cNvPr id="13" name="圖片 1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5" y="2320221"/>
            <a:ext cx="4028713" cy="2119339"/>
          </a:xfrm>
          <a:prstGeom prst="rect">
            <a:avLst/>
          </a:prstGeom>
        </p:spPr>
      </p:pic>
      <p:pic>
        <p:nvPicPr>
          <p:cNvPr id="14" name="圖片 1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143403" y="2216205"/>
            <a:ext cx="2934584" cy="2205245"/>
          </a:xfrm>
          <a:prstGeom prst="rect">
            <a:avLst/>
          </a:prstGeom>
        </p:spPr>
      </p:pic>
      <p:sp>
        <p:nvSpPr>
          <p:cNvPr id="15" name="圓角矩形 14"/>
          <p:cNvSpPr/>
          <p:nvPr/>
        </p:nvSpPr>
        <p:spPr>
          <a:xfrm>
            <a:off x="4975559" y="4439560"/>
            <a:ext cx="1216622" cy="539672"/>
          </a:xfrm>
          <a:prstGeom prst="roundRect">
            <a:avLst/>
          </a:prstGeom>
          <a:solidFill>
            <a:srgbClr val="449E9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TW" altLang="en-US" sz="1200" b="1" dirty="0" smtClean="0">
                <a:latin typeface="Gill Sans MT" pitchFamily="34" charset="0"/>
              </a:rPr>
              <a:t>平行化加速</a:t>
            </a:r>
            <a:endParaRPr lang="en-US" altLang="zh-TW" sz="1200" b="1" dirty="0" smtClean="0">
              <a:latin typeface="Gill Sans MT" pitchFamily="34" charset="0"/>
            </a:endParaRPr>
          </a:p>
          <a:p>
            <a:pPr algn="ctr"/>
            <a:r>
              <a:rPr lang="zh-TW" altLang="en-US" sz="1200" b="1" dirty="0" smtClean="0">
                <a:latin typeface="Gill Sans MT" pitchFamily="34" charset="0"/>
              </a:rPr>
              <a:t>影像處理</a:t>
            </a:r>
            <a:endParaRPr lang="zh-TW" altLang="en-US" sz="1200" b="1" dirty="0">
              <a:latin typeface="Gill Sans MT" pitchFamily="34" charset="0"/>
            </a:endParaRPr>
          </a:p>
        </p:txBody>
      </p:sp>
      <p:sp>
        <p:nvSpPr>
          <p:cNvPr id="16" name="圓角矩形 15"/>
          <p:cNvSpPr/>
          <p:nvPr/>
        </p:nvSpPr>
        <p:spPr>
          <a:xfrm>
            <a:off x="7659204" y="3823274"/>
            <a:ext cx="1216622" cy="539672"/>
          </a:xfrm>
          <a:prstGeom prst="roundRect">
            <a:avLst/>
          </a:prstGeom>
          <a:solidFill>
            <a:srgbClr val="449E9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TW" altLang="en-US" sz="1200" b="1" dirty="0" smtClean="0">
                <a:latin typeface="Gill Sans MT" pitchFamily="34" charset="0"/>
              </a:rPr>
              <a:t>檢測分類準確度為</a:t>
            </a:r>
            <a:r>
              <a:rPr lang="en-US" altLang="zh-TW" sz="1200" b="1" dirty="0" smtClean="0">
                <a:latin typeface="Gill Sans MT" pitchFamily="34" charset="0"/>
              </a:rPr>
              <a:t>93%</a:t>
            </a:r>
            <a:endParaRPr lang="zh-TW" altLang="en-US" sz="1200" b="1" dirty="0">
              <a:latin typeface="Gill Sans MT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70738620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783582149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1_Office 佈景主題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449E9A"/>
        </a:solidFill>
        <a:ln>
          <a:noFill/>
        </a:ln>
      </a:spPr>
      <a:bodyPr rtlCol="0" anchor="ctr"/>
      <a:lstStyle>
        <a:defPPr algn="ctr">
          <a:defRPr sz="2000" b="1">
            <a:latin typeface="Gill Sans MT" pitchFamily="34" charset="0"/>
          </a:defRPr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/>
</a:theme>
</file>

<file path=ppt/theme/theme2.xml><?xml version="1.0" encoding="utf-8"?>
<a:theme xmlns:a="http://schemas.openxmlformats.org/drawingml/2006/main" name="26_大綱">
  <a:themeElements>
    <a:clrScheme name="大綱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大綱">
      <a:majorFont>
        <a:latin typeface="Gill Sans MT"/>
        <a:ea typeface="微軟正黑體"/>
        <a:cs typeface=""/>
      </a:majorFont>
      <a:minorFont>
        <a:latin typeface="Gill Sans MT"/>
        <a:ea typeface="微軟正黑體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大綱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大綱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大綱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大綱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大綱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大綱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大綱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大綱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大綱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大綱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大綱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大綱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3.xml><?xml version="1.0" encoding="utf-8"?>
<a:theme xmlns:a="http://schemas.openxmlformats.org/drawingml/2006/main" name="結束">
  <a:themeElements>
    <a:clrScheme name="結束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結束">
      <a:majorFont>
        <a:latin typeface="Arial"/>
        <a:ea typeface="新細明體"/>
        <a:cs typeface=""/>
      </a:majorFont>
      <a:minorFont>
        <a:latin typeface="Arial"/>
        <a:ea typeface="新細明體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結束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結束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結束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結束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結束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結束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結束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結束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結束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結束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結束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結束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4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5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349515</TotalTime>
  <Words>776</Words>
  <Application>Microsoft Office PowerPoint</Application>
  <PresentationFormat>如螢幕大小 (16:9)</PresentationFormat>
  <Paragraphs>223</Paragraphs>
  <Slides>12</Slides>
  <Notes>1</Notes>
  <HiddenSlides>0</HiddenSlides>
  <MMClips>0</MMClips>
  <ScaleCrop>false</ScaleCrop>
  <HeadingPairs>
    <vt:vector size="6" baseType="variant">
      <vt:variant>
        <vt:lpstr>使用字型</vt:lpstr>
      </vt:variant>
      <vt:variant>
        <vt:i4>8</vt:i4>
      </vt:variant>
      <vt:variant>
        <vt:lpstr>佈景主題</vt:lpstr>
      </vt:variant>
      <vt:variant>
        <vt:i4>3</vt:i4>
      </vt:variant>
      <vt:variant>
        <vt:lpstr>投影片標題</vt:lpstr>
      </vt:variant>
      <vt:variant>
        <vt:i4>12</vt:i4>
      </vt:variant>
    </vt:vector>
  </HeadingPairs>
  <TitlesOfParts>
    <vt:vector size="23" baseType="lpstr">
      <vt:lpstr>微軟正黑體</vt:lpstr>
      <vt:lpstr>新細明體</vt:lpstr>
      <vt:lpstr>Arial</vt:lpstr>
      <vt:lpstr>Calibri</vt:lpstr>
      <vt:lpstr>Gill Sans MT</vt:lpstr>
      <vt:lpstr>Symbol</vt:lpstr>
      <vt:lpstr>Times New Roman</vt:lpstr>
      <vt:lpstr>Wingdings</vt:lpstr>
      <vt:lpstr>1_Office 佈景主題</vt:lpstr>
      <vt:lpstr>26_大綱</vt:lpstr>
      <vt:lpstr>結束</vt:lpstr>
      <vt:lpstr>智慧製造人才提報申請表</vt:lpstr>
      <vt:lpstr>DAC專家與Level3 菁英提報申請表</vt:lpstr>
      <vt:lpstr>公司貢獻補充說明</vt:lpstr>
      <vt:lpstr>公司貢獻補充說明</vt:lpstr>
      <vt:lpstr>公司貢獻補充說明</vt:lpstr>
      <vt:lpstr>技術成就補充說明</vt:lpstr>
      <vt:lpstr>技術成就補充說明</vt:lpstr>
      <vt:lpstr>技術成就補充說明</vt:lpstr>
      <vt:lpstr>技術成就補充說明</vt:lpstr>
      <vt:lpstr>論文或專利補充說明</vt:lpstr>
      <vt:lpstr>補充說明</vt:lpstr>
      <vt:lpstr>PowerPoint 簡報</vt:lpstr>
    </vt:vector>
  </TitlesOfParts>
  <Company>BenQ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投影片 1</dc:title>
  <dc:creator>corpcom</dc:creator>
  <cp:lastModifiedBy>JK Hsieh 謝佳錕</cp:lastModifiedBy>
  <cp:revision>5421</cp:revision>
  <dcterms:created xsi:type="dcterms:W3CDTF">2011-02-08T02:08:58Z</dcterms:created>
  <dcterms:modified xsi:type="dcterms:W3CDTF">2022-07-07T03:33:33Z</dcterms:modified>
</cp:coreProperties>
</file>