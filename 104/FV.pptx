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76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83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333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46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03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995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725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6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499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7047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0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1E952-D02F-4ADC-B3E6-5D0C3BB1F683}" type="datetimeFigureOut">
              <a:rPr lang="zh-TW" altLang="en-US" smtClean="0"/>
              <a:t>2022/7/8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EF788-7A9D-4FF6-86F8-78917B8B8F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4263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/>
          <a:srcRect t="4968"/>
          <a:stretch/>
        </p:blipFill>
        <p:spPr>
          <a:xfrm>
            <a:off x="5656385" y="3135741"/>
            <a:ext cx="4364004" cy="240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10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>AUO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JK Hsieh 謝佳錕</dc:creator>
  <cp:lastModifiedBy>JK Hsieh 謝佳錕</cp:lastModifiedBy>
  <cp:revision>1</cp:revision>
  <dcterms:created xsi:type="dcterms:W3CDTF">2022-07-08T09:01:16Z</dcterms:created>
  <dcterms:modified xsi:type="dcterms:W3CDTF">2022-07-08T09:04:15Z</dcterms:modified>
</cp:coreProperties>
</file>