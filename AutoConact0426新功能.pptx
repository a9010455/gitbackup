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0000FF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320" y="-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2022/4/26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2022/4/26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2022/4/26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2022/4/26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2022/4/26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2022/4/26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2022/4/26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2022/4/26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2022/4/26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2022/4/26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2022/4/26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pPr/>
              <a:t>2022/4/26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1472" y="1571612"/>
            <a:ext cx="8001024" cy="45005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圓角矩形 4"/>
          <p:cNvSpPr/>
          <p:nvPr/>
        </p:nvSpPr>
        <p:spPr>
          <a:xfrm>
            <a:off x="3714744" y="2000240"/>
            <a:ext cx="785818" cy="28575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圓角矩形 5"/>
          <p:cNvSpPr/>
          <p:nvPr/>
        </p:nvSpPr>
        <p:spPr>
          <a:xfrm>
            <a:off x="3857620" y="642918"/>
            <a:ext cx="2714644" cy="8572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1600" dirty="0" smtClean="0">
                <a:solidFill>
                  <a:schemeClr val="dk1"/>
                </a:solidFill>
                <a:latin typeface="微軟正黑體" pitchFamily="34" charset="-120"/>
                <a:ea typeface="微軟正黑體" pitchFamily="34" charset="-120"/>
              </a:rPr>
              <a:t>調機輔助線功能打勾，視窗會顯示</a:t>
            </a:r>
            <a:r>
              <a:rPr lang="en-US" altLang="zh-TW" sz="1600" dirty="0" smtClean="0">
                <a:solidFill>
                  <a:schemeClr val="dk1"/>
                </a:solidFill>
                <a:latin typeface="微軟正黑體" pitchFamily="34" charset="-120"/>
                <a:ea typeface="微軟正黑體" pitchFamily="34" charset="-120"/>
              </a:rPr>
              <a:t>ROI</a:t>
            </a:r>
            <a:r>
              <a:rPr lang="zh-TW" altLang="en-US" sz="1600" dirty="0" smtClean="0">
                <a:solidFill>
                  <a:schemeClr val="dk1"/>
                </a:solidFill>
                <a:latin typeface="微軟正黑體" pitchFamily="34" charset="-120"/>
                <a:ea typeface="微軟正黑體" pitchFamily="34" charset="-120"/>
              </a:rPr>
              <a:t>參數位置</a:t>
            </a:r>
          </a:p>
        </p:txBody>
      </p:sp>
      <p:sp>
        <p:nvSpPr>
          <p:cNvPr id="8" name="矩形 7"/>
          <p:cNvSpPr/>
          <p:nvPr/>
        </p:nvSpPr>
        <p:spPr>
          <a:xfrm>
            <a:off x="6715140" y="714356"/>
            <a:ext cx="285752" cy="285752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6715140" y="1071546"/>
            <a:ext cx="285752" cy="28575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/>
          <p:cNvSpPr txBox="1"/>
          <p:nvPr/>
        </p:nvSpPr>
        <p:spPr>
          <a:xfrm>
            <a:off x="7072330" y="642918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 smtClean="0">
                <a:solidFill>
                  <a:schemeClr val="dk1"/>
                </a:solidFill>
                <a:latin typeface="微軟正黑體" pitchFamily="34" charset="-120"/>
                <a:ea typeface="微軟正黑體" pitchFamily="34" charset="-120"/>
              </a:rPr>
              <a:t>鋼琴蓋邊緣</a:t>
            </a:r>
          </a:p>
        </p:txBody>
      </p:sp>
      <p:sp>
        <p:nvSpPr>
          <p:cNvPr id="11" name="文字方塊 10"/>
          <p:cNvSpPr txBox="1"/>
          <p:nvPr/>
        </p:nvSpPr>
        <p:spPr>
          <a:xfrm>
            <a:off x="7072330" y="107154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 smtClean="0">
                <a:solidFill>
                  <a:schemeClr val="dk1"/>
                </a:solidFill>
                <a:latin typeface="微軟正黑體" pitchFamily="34" charset="-120"/>
                <a:ea typeface="微軟正黑體" pitchFamily="34" charset="-120"/>
              </a:rPr>
              <a:t>開蓋鑑別</a:t>
            </a:r>
          </a:p>
        </p:txBody>
      </p:sp>
      <p:sp>
        <p:nvSpPr>
          <p:cNvPr id="12" name="標題 1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軟正黑體" pitchFamily="34" charset="-120"/>
                <a:ea typeface="微軟正黑體" pitchFamily="34" charset="-120"/>
                <a:cs typeface="+mj-cs"/>
              </a:rPr>
              <a:t>調機</a:t>
            </a:r>
            <a:r>
              <a:rPr kumimoji="0" lang="en-US" altLang="zh-TW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微軟正黑體" pitchFamily="34" charset="-120"/>
                <a:cs typeface="+mj-cs"/>
              </a:rPr>
              <a:t>ROI</a:t>
            </a:r>
            <a:endParaRPr kumimoji="0" lang="zh-TW" altLang="en-US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微軟正黑體" pitchFamily="34" charset="-120"/>
              <a:cs typeface="+mj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5720" y="2357430"/>
            <a:ext cx="7366016" cy="41433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工程模式機制</a:t>
            </a:r>
            <a:endParaRPr lang="zh-TW" altLang="en-US" dirty="0">
              <a:latin typeface="微軟正黑體" pitchFamily="34" charset="-120"/>
              <a:ea typeface="微軟正黑體" pitchFamily="34" charset="-120"/>
            </a:endParaRP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214810" y="1571612"/>
            <a:ext cx="2537460" cy="15392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圓角矩形 5"/>
          <p:cNvSpPr/>
          <p:nvPr/>
        </p:nvSpPr>
        <p:spPr>
          <a:xfrm>
            <a:off x="2143108" y="2500306"/>
            <a:ext cx="428628" cy="35719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文字方塊 6"/>
          <p:cNvSpPr txBox="1"/>
          <p:nvPr/>
        </p:nvSpPr>
        <p:spPr>
          <a:xfrm>
            <a:off x="1142976" y="1928802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 smtClean="0">
                <a:solidFill>
                  <a:schemeClr val="dk1"/>
                </a:solidFill>
                <a:latin typeface="微軟正黑體" pitchFamily="34" charset="-120"/>
                <a:ea typeface="微軟正黑體" pitchFamily="34" charset="-120"/>
              </a:rPr>
              <a:t>進入工程模式前須輸入密碼</a:t>
            </a:r>
          </a:p>
        </p:txBody>
      </p:sp>
      <p:sp>
        <p:nvSpPr>
          <p:cNvPr id="8" name="圓角矩形 7"/>
          <p:cNvSpPr/>
          <p:nvPr/>
        </p:nvSpPr>
        <p:spPr>
          <a:xfrm>
            <a:off x="285720" y="3786190"/>
            <a:ext cx="3643338" cy="35719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/>
          <p:cNvSpPr txBox="1"/>
          <p:nvPr/>
        </p:nvSpPr>
        <p:spPr>
          <a:xfrm>
            <a:off x="2786050" y="4214818"/>
            <a:ext cx="3583738" cy="36933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進入工程模式，才可重新設定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ROI</a:t>
            </a:r>
            <a:endParaRPr lang="zh-TW" altLang="en-US" dirty="0">
              <a:latin typeface="微軟正黑體" pitchFamily="34" charset="-120"/>
              <a:ea typeface="微軟正黑體" pitchFamily="34" charset="-12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42</Words>
  <Application>Microsoft Office PowerPoint</Application>
  <PresentationFormat>如螢幕大小 (4:3)</PresentationFormat>
  <Paragraphs>7</Paragraphs>
  <Slides>2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3" baseType="lpstr">
      <vt:lpstr>Office 佈景主題</vt:lpstr>
      <vt:lpstr>投影片 1</vt:lpstr>
      <vt:lpstr>工程模式機制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USER</dc:creator>
  <cp:lastModifiedBy>USER</cp:lastModifiedBy>
  <cp:revision>6</cp:revision>
  <dcterms:created xsi:type="dcterms:W3CDTF">2022-04-26T06:13:38Z</dcterms:created>
  <dcterms:modified xsi:type="dcterms:W3CDTF">2022-04-26T06:23:47Z</dcterms:modified>
</cp:coreProperties>
</file>